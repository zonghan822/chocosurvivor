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notesMasterIdLst>
    <p:notesMasterId r:id="rId20"/>
  </p:notesMasterIdLst>
  <p:sldIdLst>
    <p:sldId id="275" r:id="rId4"/>
    <p:sldId id="277" r:id="rId5"/>
    <p:sldId id="278" r:id="rId6"/>
    <p:sldId id="280" r:id="rId7"/>
    <p:sldId id="282" r:id="rId8"/>
    <p:sldId id="293" r:id="rId9"/>
    <p:sldId id="290" r:id="rId10"/>
    <p:sldId id="291" r:id="rId11"/>
    <p:sldId id="292" r:id="rId12"/>
    <p:sldId id="294" r:id="rId13"/>
    <p:sldId id="296" r:id="rId14"/>
    <p:sldId id="295" r:id="rId15"/>
    <p:sldId id="289" r:id="rId16"/>
    <p:sldId id="286" r:id="rId17"/>
    <p:sldId id="297" r:id="rId18"/>
    <p:sldId id="2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340D"/>
    <a:srgbClr val="9A2626"/>
    <a:srgbClr val="714031"/>
    <a:srgbClr val="83CBEB"/>
    <a:srgbClr val="F0F9FD"/>
    <a:srgbClr val="E34444"/>
    <a:srgbClr val="7F7F7F"/>
    <a:srgbClr val="FBE3D6"/>
    <a:srgbClr val="F0D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5C10D-DE49-E2C8-33C6-D24278FD4F39}" v="1289" dt="2024-10-21T08:03:13.361"/>
    <p1510:client id="{47B4D6C9-F6FC-C13E-8D55-8ED6F2955503}" v="68" dt="2024-10-21T10:54:38.570"/>
    <p1510:client id="{67B4E9FA-BD04-45D6-98B5-B318BC690D3A}" v="4668" dt="2024-10-21T14:55:10.945"/>
    <p1510:client id="{8207F0B3-0164-DFEE-9FC1-56E113C98A7C}" v="771" vWet="772" dt="2024-10-21T14:49:22.498"/>
    <p1510:client id="{C0D77F2D-CEEE-A657-717A-A25CF20C672A}" v="2625" dt="2024-10-21T14:11:33.037"/>
    <p1510:client id="{CE7C9F5B-78E2-CFE7-5473-DB3C7740015D}" v="3" dt="2024-10-21T08:10:58.653"/>
    <p1510:client id="{E10E436C-370A-3801-DE3E-43FF4D49C851}" v="850" dt="2024-10-21T13:40:28.334"/>
    <p1510:client id="{FFC8B00B-6512-8BB7-5494-331DBF801588}" v="1" dt="2024-10-21T08:29:03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1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 Han Law" userId="S::zonghan.law@digipen.edu::d0507cfb-45e6-4fd3-b347-af4a25973187" providerId="AD" clId="Web-{8207F0B3-0164-DFEE-9FC1-56E113C98A7C}"/>
    <pc:docChg chg="modSld sldOrd">
      <pc:chgData name="Zong Han Law" userId="S::zonghan.law@digipen.edu::d0507cfb-45e6-4fd3-b347-af4a25973187" providerId="AD" clId="Web-{8207F0B3-0164-DFEE-9FC1-56E113C98A7C}" dt="2024-10-21T14:49:21.185" v="668" actId="20577"/>
      <pc:docMkLst>
        <pc:docMk/>
      </pc:docMkLst>
      <pc:sldChg chg="ord">
        <pc:chgData name="Zong Han Law" userId="S::zonghan.law@digipen.edu::d0507cfb-45e6-4fd3-b347-af4a25973187" providerId="AD" clId="Web-{8207F0B3-0164-DFEE-9FC1-56E113C98A7C}" dt="2024-10-21T13:49:04.724" v="1"/>
        <pc:sldMkLst>
          <pc:docMk/>
          <pc:sldMk cId="1325259570" sldId="283"/>
        </pc:sldMkLst>
      </pc:sldChg>
      <pc:sldChg chg="modSp">
        <pc:chgData name="Zong Han Law" userId="S::zonghan.law@digipen.edu::d0507cfb-45e6-4fd3-b347-af4a25973187" providerId="AD" clId="Web-{8207F0B3-0164-DFEE-9FC1-56E113C98A7C}" dt="2024-10-21T14:28:03.717" v="658"/>
        <pc:sldMkLst>
          <pc:docMk/>
          <pc:sldMk cId="3750453340" sldId="289"/>
        </pc:sldMkLst>
        <pc:graphicFrameChg chg="mod modGraphic">
          <ac:chgData name="Zong Han Law" userId="S::zonghan.law@digipen.edu::d0507cfb-45e6-4fd3-b347-af4a25973187" providerId="AD" clId="Web-{8207F0B3-0164-DFEE-9FC1-56E113C98A7C}" dt="2024-10-21T14:28:03.717" v="658"/>
          <ac:graphicFrameMkLst>
            <pc:docMk/>
            <pc:sldMk cId="3750453340" sldId="289"/>
            <ac:graphicFrameMk id="6" creationId="{B94BABC1-4612-A2ED-75B1-BC65ADE8A261}"/>
          </ac:graphicFrameMkLst>
        </pc:graphicFrameChg>
      </pc:sldChg>
      <pc:sldChg chg="modSp">
        <pc:chgData name="Zong Han Law" userId="S::zonghan.law@digipen.edu::d0507cfb-45e6-4fd3-b347-af4a25973187" providerId="AD" clId="Web-{8207F0B3-0164-DFEE-9FC1-56E113C98A7C}" dt="2024-10-21T13:43:43.947" v="0" actId="1076"/>
        <pc:sldMkLst>
          <pc:docMk/>
          <pc:sldMk cId="3954920172" sldId="294"/>
        </pc:sldMkLst>
        <pc:spChg chg="mod">
          <ac:chgData name="Zong Han Law" userId="S::zonghan.law@digipen.edu::d0507cfb-45e6-4fd3-b347-af4a25973187" providerId="AD" clId="Web-{8207F0B3-0164-DFEE-9FC1-56E113C98A7C}" dt="2024-10-21T13:43:43.947" v="0" actId="1076"/>
          <ac:spMkLst>
            <pc:docMk/>
            <pc:sldMk cId="3954920172" sldId="294"/>
            <ac:spMk id="20" creationId="{68DAA377-0286-6295-CBE0-39F343F8A916}"/>
          </ac:spMkLst>
        </pc:spChg>
      </pc:sldChg>
      <pc:sldChg chg="addSp delSp modSp">
        <pc:chgData name="Zong Han Law" userId="S::zonghan.law@digipen.edu::d0507cfb-45e6-4fd3-b347-af4a25973187" providerId="AD" clId="Web-{8207F0B3-0164-DFEE-9FC1-56E113C98A7C}" dt="2024-10-21T14:15:35.127" v="368" actId="1076"/>
        <pc:sldMkLst>
          <pc:docMk/>
          <pc:sldMk cId="371648416" sldId="295"/>
        </pc:sldMkLst>
        <pc:spChg chg="add mod">
          <ac:chgData name="Zong Han Law" userId="S::zonghan.law@digipen.edu::d0507cfb-45e6-4fd3-b347-af4a25973187" providerId="AD" clId="Web-{8207F0B3-0164-DFEE-9FC1-56E113C98A7C}" dt="2024-10-21T14:15:35.127" v="368" actId="1076"/>
          <ac:spMkLst>
            <pc:docMk/>
            <pc:sldMk cId="371648416" sldId="295"/>
            <ac:spMk id="4" creationId="{6984A6AF-705C-059B-63E1-2C15500FF661}"/>
          </ac:spMkLst>
        </pc:spChg>
        <pc:picChg chg="del">
          <ac:chgData name="Zong Han Law" userId="S::zonghan.law@digipen.edu::d0507cfb-45e6-4fd3-b347-af4a25973187" providerId="AD" clId="Web-{8207F0B3-0164-DFEE-9FC1-56E113C98A7C}" dt="2024-10-21T13:55:26.488" v="3"/>
          <ac:picMkLst>
            <pc:docMk/>
            <pc:sldMk cId="371648416" sldId="295"/>
            <ac:picMk id="4" creationId="{4232DF57-8B79-E6C7-203E-A440FB06EE04}"/>
          </ac:picMkLst>
        </pc:picChg>
        <pc:picChg chg="del">
          <ac:chgData name="Zong Han Law" userId="S::zonghan.law@digipen.edu::d0507cfb-45e6-4fd3-b347-af4a25973187" providerId="AD" clId="Web-{8207F0B3-0164-DFEE-9FC1-56E113C98A7C}" dt="2024-10-21T13:55:26.488" v="2"/>
          <ac:picMkLst>
            <pc:docMk/>
            <pc:sldMk cId="371648416" sldId="295"/>
            <ac:picMk id="5" creationId="{ADBA6933-8603-D21A-BB74-C1D7DF0067EE}"/>
          </ac:picMkLst>
        </pc:picChg>
      </pc:sldChg>
      <pc:sldChg chg="modSp">
        <pc:chgData name="Zong Han Law" userId="S::zonghan.law@digipen.edu::d0507cfb-45e6-4fd3-b347-af4a25973187" providerId="AD" clId="Web-{8207F0B3-0164-DFEE-9FC1-56E113C98A7C}" dt="2024-10-21T14:49:21.185" v="668" actId="20577"/>
        <pc:sldMkLst>
          <pc:docMk/>
          <pc:sldMk cId="2493741567" sldId="297"/>
        </pc:sldMkLst>
        <pc:spChg chg="mod">
          <ac:chgData name="Zong Han Law" userId="S::zonghan.law@digipen.edu::d0507cfb-45e6-4fd3-b347-af4a25973187" providerId="AD" clId="Web-{8207F0B3-0164-DFEE-9FC1-56E113C98A7C}" dt="2024-10-21T14:49:21.185" v="668" actId="20577"/>
          <ac:spMkLst>
            <pc:docMk/>
            <pc:sldMk cId="2493741567" sldId="297"/>
            <ac:spMk id="2" creationId="{B321C496-4B43-4731-62B7-D1413B59C4FB}"/>
          </ac:spMkLst>
        </pc:spChg>
      </pc:sldChg>
    </pc:docChg>
  </pc:docChgLst>
  <pc:docChgLst>
    <pc:chgData name="Muhammad Nur Fadzly BIN ZULKIFLI" userId="493c6823-4367-4460-83e5-12988eee07d0" providerId="ADAL" clId="{67B4E9FA-BD04-45D6-98B5-B318BC690D3A}"/>
    <pc:docChg chg="undo redo custSel addSld delSld modSld sldOrd">
      <pc:chgData name="Muhammad Nur Fadzly BIN ZULKIFLI" userId="493c6823-4367-4460-83e5-12988eee07d0" providerId="ADAL" clId="{67B4E9FA-BD04-45D6-98B5-B318BC690D3A}" dt="2024-10-21T14:55:10.944" v="4664"/>
      <pc:docMkLst>
        <pc:docMk/>
      </pc:docMkLst>
      <pc:sldChg chg="addSp delSp modSp del mod or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109857222" sldId="256"/>
        </pc:sldMkLst>
        <pc:spChg chg="mod">
          <ac:chgData name="Muhammad Nur Fadzly BIN ZULKIFLI" userId="493c6823-4367-4460-83e5-12988eee07d0" providerId="ADAL" clId="{67B4E9FA-BD04-45D6-98B5-B318BC690D3A}" dt="2024-10-21T03:34:29.094" v="151" actId="403"/>
          <ac:spMkLst>
            <pc:docMk/>
            <pc:sldMk cId="109857222" sldId="256"/>
            <ac:spMk id="2" creationId="{00000000-0000-0000-0000-000000000000}"/>
          </ac:spMkLst>
        </pc:spChg>
        <pc:spChg chg="add del">
          <ac:chgData name="Muhammad Nur Fadzly BIN ZULKIFLI" userId="493c6823-4367-4460-83e5-12988eee07d0" providerId="ADAL" clId="{67B4E9FA-BD04-45D6-98B5-B318BC690D3A}" dt="2024-10-21T03:39:35.848" v="174" actId="478"/>
          <ac:spMkLst>
            <pc:docMk/>
            <pc:sldMk cId="109857222" sldId="256"/>
            <ac:spMk id="6" creationId="{10BA2FFB-9770-F4A4-E5BD-B7B89ACF70E1}"/>
          </ac:spMkLst>
        </pc:spChg>
        <pc:spChg chg="add del">
          <ac:chgData name="Muhammad Nur Fadzly BIN ZULKIFLI" userId="493c6823-4367-4460-83e5-12988eee07d0" providerId="ADAL" clId="{67B4E9FA-BD04-45D6-98B5-B318BC690D3A}" dt="2024-10-21T03:27:52.786" v="147" actId="22"/>
          <ac:spMkLst>
            <pc:docMk/>
            <pc:sldMk cId="109857222" sldId="256"/>
            <ac:spMk id="9" creationId="{3F1D7789-28B3-F5FF-A900-43ACAB5E863D}"/>
          </ac:spMkLst>
        </pc:spChg>
        <pc:spChg chg="add del">
          <ac:chgData name="Muhammad Nur Fadzly BIN ZULKIFLI" userId="493c6823-4367-4460-83e5-12988eee07d0" providerId="ADAL" clId="{67B4E9FA-BD04-45D6-98B5-B318BC690D3A}" dt="2024-10-21T03:35:15.977" v="153" actId="11529"/>
          <ac:spMkLst>
            <pc:docMk/>
            <pc:sldMk cId="109857222" sldId="256"/>
            <ac:spMk id="10" creationId="{F147A2DF-E5B5-EE45-1CEE-CBE6F7758A5C}"/>
          </ac:spMkLst>
        </pc:spChg>
        <pc:spChg chg="add del">
          <ac:chgData name="Muhammad Nur Fadzly BIN ZULKIFLI" userId="493c6823-4367-4460-83e5-12988eee07d0" providerId="ADAL" clId="{67B4E9FA-BD04-45D6-98B5-B318BC690D3A}" dt="2024-10-21T03:35:41.522" v="155" actId="11529"/>
          <ac:spMkLst>
            <pc:docMk/>
            <pc:sldMk cId="109857222" sldId="256"/>
            <ac:spMk id="11" creationId="{D142C13E-9187-6B0E-20D2-A0B6647CAF6F}"/>
          </ac:spMkLst>
        </pc:spChg>
        <pc:spChg chg="add del">
          <ac:chgData name="Muhammad Nur Fadzly BIN ZULKIFLI" userId="493c6823-4367-4460-83e5-12988eee07d0" providerId="ADAL" clId="{67B4E9FA-BD04-45D6-98B5-B318BC690D3A}" dt="2024-10-21T03:36:06.570" v="157" actId="11529"/>
          <ac:spMkLst>
            <pc:docMk/>
            <pc:sldMk cId="109857222" sldId="256"/>
            <ac:spMk id="12" creationId="{1553E780-F310-1416-8E42-7E61CD3D37F7}"/>
          </ac:spMkLst>
        </pc:spChg>
        <pc:spChg chg="add del mod">
          <ac:chgData name="Muhammad Nur Fadzly BIN ZULKIFLI" userId="493c6823-4367-4460-83e5-12988eee07d0" providerId="ADAL" clId="{67B4E9FA-BD04-45D6-98B5-B318BC690D3A}" dt="2024-10-21T03:39:40.236" v="175" actId="478"/>
          <ac:spMkLst>
            <pc:docMk/>
            <pc:sldMk cId="109857222" sldId="256"/>
            <ac:spMk id="13" creationId="{FFBBB4D2-D620-7FD8-4F30-F2039667461E}"/>
          </ac:spMkLst>
        </pc:spChg>
        <pc:spChg chg="add del mod">
          <ac:chgData name="Muhammad Nur Fadzly BIN ZULKIFLI" userId="493c6823-4367-4460-83e5-12988eee07d0" providerId="ADAL" clId="{67B4E9FA-BD04-45D6-98B5-B318BC690D3A}" dt="2024-10-21T03:39:40.236" v="175" actId="478"/>
          <ac:spMkLst>
            <pc:docMk/>
            <pc:sldMk cId="109857222" sldId="256"/>
            <ac:spMk id="14" creationId="{912F9CC4-5385-A6A6-9FA3-ED2EA46ABDA1}"/>
          </ac:spMkLst>
        </pc:spChg>
        <pc:spChg chg="add del mod">
          <ac:chgData name="Muhammad Nur Fadzly BIN ZULKIFLI" userId="493c6823-4367-4460-83e5-12988eee07d0" providerId="ADAL" clId="{67B4E9FA-BD04-45D6-98B5-B318BC690D3A}" dt="2024-10-21T03:39:40.236" v="175" actId="478"/>
          <ac:spMkLst>
            <pc:docMk/>
            <pc:sldMk cId="109857222" sldId="256"/>
            <ac:spMk id="15" creationId="{7025B321-FC1D-8F96-FEBE-96564430B350}"/>
          </ac:spMkLst>
        </pc:spChg>
        <pc:spChg chg="add del">
          <ac:chgData name="Muhammad Nur Fadzly BIN ZULKIFLI" userId="493c6823-4367-4460-83e5-12988eee07d0" providerId="ADAL" clId="{67B4E9FA-BD04-45D6-98B5-B318BC690D3A}" dt="2024-10-21T03:38:21.778" v="165" actId="11529"/>
          <ac:spMkLst>
            <pc:docMk/>
            <pc:sldMk cId="109857222" sldId="256"/>
            <ac:spMk id="16" creationId="{85D6A13E-E812-B532-5230-CFCCA0840315}"/>
          </ac:spMkLst>
        </pc:spChg>
        <pc:spChg chg="add del mod">
          <ac:chgData name="Muhammad Nur Fadzly BIN ZULKIFLI" userId="493c6823-4367-4460-83e5-12988eee07d0" providerId="ADAL" clId="{67B4E9FA-BD04-45D6-98B5-B318BC690D3A}" dt="2024-10-21T03:39:40.236" v="175" actId="478"/>
          <ac:spMkLst>
            <pc:docMk/>
            <pc:sldMk cId="109857222" sldId="256"/>
            <ac:spMk id="17" creationId="{A6AC73A6-3CCB-4D4B-4ECF-C37CBA648AC2}"/>
          </ac:spMkLst>
        </pc:spChg>
        <pc:picChg chg="add del mod">
          <ac:chgData name="Muhammad Nur Fadzly BIN ZULKIFLI" userId="493c6823-4367-4460-83e5-12988eee07d0" providerId="ADAL" clId="{67B4E9FA-BD04-45D6-98B5-B318BC690D3A}" dt="2024-10-21T03:22:40.147" v="90" actId="478"/>
          <ac:picMkLst>
            <pc:docMk/>
            <pc:sldMk cId="109857222" sldId="256"/>
            <ac:picMk id="7" creationId="{6A478D22-62FF-C221-3541-E9771060F671}"/>
          </ac:picMkLst>
        </pc:picChg>
      </pc:sldChg>
      <pc:sldChg chg="add del mod ord modShow">
        <pc:chgData name="Muhammad Nur Fadzly BIN ZULKIFLI" userId="493c6823-4367-4460-83e5-12988eee07d0" providerId="ADAL" clId="{67B4E9FA-BD04-45D6-98B5-B318BC690D3A}" dt="2024-10-21T06:52:03.854" v="2043" actId="47"/>
        <pc:sldMkLst>
          <pc:docMk/>
          <pc:sldMk cId="2773579520" sldId="258"/>
        </pc:sldMkLst>
      </pc:sldChg>
      <pc:sldChg chg="del mod modShow">
        <pc:chgData name="Muhammad Nur Fadzly BIN ZULKIFLI" userId="493c6823-4367-4460-83e5-12988eee07d0" providerId="ADAL" clId="{67B4E9FA-BD04-45D6-98B5-B318BC690D3A}" dt="2024-10-21T06:51:24.147" v="2034" actId="47"/>
        <pc:sldMkLst>
          <pc:docMk/>
          <pc:sldMk cId="148712261" sldId="259"/>
        </pc:sldMkLst>
      </pc:sldChg>
      <pc:sldChg chg="del mod or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1819906022" sldId="261"/>
        </pc:sldMkLst>
      </pc:sldChg>
      <pc:sldChg chg="del mod or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3844454283" sldId="262"/>
        </pc:sldMkLst>
      </pc:sldChg>
      <pc:sldChg chg="del">
        <pc:chgData name="Muhammad Nur Fadzly BIN ZULKIFLI" userId="493c6823-4367-4460-83e5-12988eee07d0" providerId="ADAL" clId="{67B4E9FA-BD04-45D6-98B5-B318BC690D3A}" dt="2024-10-21T06:51:24.147" v="2034" actId="47"/>
        <pc:sldMkLst>
          <pc:docMk/>
          <pc:sldMk cId="3269357409" sldId="263"/>
        </pc:sldMkLst>
      </pc:sldChg>
      <pc:sldChg chg="del">
        <pc:chgData name="Muhammad Nur Fadzly BIN ZULKIFLI" userId="493c6823-4367-4460-83e5-12988eee07d0" providerId="ADAL" clId="{67B4E9FA-BD04-45D6-98B5-B318BC690D3A}" dt="2024-10-21T06:51:24.147" v="2034" actId="47"/>
        <pc:sldMkLst>
          <pc:docMk/>
          <pc:sldMk cId="4278872869" sldId="264"/>
        </pc:sldMkLst>
      </pc:sldChg>
      <pc:sldChg chg="del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1359166093" sldId="265"/>
        </pc:sldMkLst>
      </pc:sldChg>
      <pc:sldChg chg="del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698129835" sldId="266"/>
        </pc:sldMkLst>
      </pc:sldChg>
      <pc:sldChg chg="del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135622971" sldId="267"/>
        </pc:sldMkLst>
      </pc:sldChg>
      <pc:sldChg chg="del mod or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3593640828" sldId="268"/>
        </pc:sldMkLst>
      </pc:sldChg>
      <pc:sldChg chg="modSp del mod">
        <pc:chgData name="Muhammad Nur Fadzly BIN ZULKIFLI" userId="493c6823-4367-4460-83e5-12988eee07d0" providerId="ADAL" clId="{67B4E9FA-BD04-45D6-98B5-B318BC690D3A}" dt="2024-10-21T05:37:06.808" v="958" actId="47"/>
        <pc:sldMkLst>
          <pc:docMk/>
          <pc:sldMk cId="2614761931" sldId="270"/>
        </pc:sldMkLst>
        <pc:spChg chg="mod">
          <ac:chgData name="Muhammad Nur Fadzly BIN ZULKIFLI" userId="493c6823-4367-4460-83e5-12988eee07d0" providerId="ADAL" clId="{67B4E9FA-BD04-45D6-98B5-B318BC690D3A}" dt="2024-10-21T03:16:11.525" v="68" actId="20577"/>
          <ac:spMkLst>
            <pc:docMk/>
            <pc:sldMk cId="2614761931" sldId="270"/>
            <ac:spMk id="3" creationId="{068839DB-1098-8CB9-CE65-1DD5B4573230}"/>
          </ac:spMkLst>
        </pc:spChg>
      </pc:sldChg>
      <pc:sldChg chg="modSp del mo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2102892806" sldId="271"/>
        </pc:sldMkLst>
        <pc:spChg chg="mod">
          <ac:chgData name="Muhammad Nur Fadzly BIN ZULKIFLI" userId="493c6823-4367-4460-83e5-12988eee07d0" providerId="ADAL" clId="{67B4E9FA-BD04-45D6-98B5-B318BC690D3A}" dt="2024-10-21T03:19:13.928" v="87" actId="20577"/>
          <ac:spMkLst>
            <pc:docMk/>
            <pc:sldMk cId="2102892806" sldId="271"/>
            <ac:spMk id="3" creationId="{3EDF21F0-16D3-7A07-2943-99E97442E166}"/>
          </ac:spMkLst>
        </pc:spChg>
      </pc:sldChg>
      <pc:sldChg chg="del mo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2438577099" sldId="272"/>
        </pc:sldMkLst>
      </pc:sldChg>
      <pc:sldChg chg="modSp new del mod">
        <pc:chgData name="Muhammad Nur Fadzly BIN ZULKIFLI" userId="493c6823-4367-4460-83e5-12988eee07d0" providerId="ADAL" clId="{67B4E9FA-BD04-45D6-98B5-B318BC690D3A}" dt="2024-10-21T03:23:58.180" v="145" actId="47"/>
        <pc:sldMkLst>
          <pc:docMk/>
          <pc:sldMk cId="1145216864" sldId="273"/>
        </pc:sldMkLst>
        <pc:spChg chg="mod">
          <ac:chgData name="Muhammad Nur Fadzly BIN ZULKIFLI" userId="493c6823-4367-4460-83e5-12988eee07d0" providerId="ADAL" clId="{67B4E9FA-BD04-45D6-98B5-B318BC690D3A}" dt="2024-10-21T03:23:52.097" v="144" actId="20577"/>
          <ac:spMkLst>
            <pc:docMk/>
            <pc:sldMk cId="1145216864" sldId="273"/>
            <ac:spMk id="2" creationId="{A3DF13FB-8DB7-94BA-6A9F-5A4EFDCAEE03}"/>
          </ac:spMkLst>
        </pc:spChg>
      </pc:sldChg>
      <pc:sldChg chg="new del">
        <pc:chgData name="Muhammad Nur Fadzly BIN ZULKIFLI" userId="493c6823-4367-4460-83e5-12988eee07d0" providerId="ADAL" clId="{67B4E9FA-BD04-45D6-98B5-B318BC690D3A}" dt="2024-10-21T03:39:29.544" v="172" actId="47"/>
        <pc:sldMkLst>
          <pc:docMk/>
          <pc:sldMk cId="2902450696" sldId="273"/>
        </pc:sldMkLst>
      </pc:sldChg>
      <pc:sldChg chg="addSp delSp modSp add del mod setBg">
        <pc:chgData name="Muhammad Nur Fadzly BIN ZULKIFLI" userId="493c6823-4367-4460-83e5-12988eee07d0" providerId="ADAL" clId="{67B4E9FA-BD04-45D6-98B5-B318BC690D3A}" dt="2024-10-21T03:47:22.410" v="283" actId="47"/>
        <pc:sldMkLst>
          <pc:docMk/>
          <pc:sldMk cId="3222858083" sldId="274"/>
        </pc:sldMkLst>
        <pc:spChg chg="del">
          <ac:chgData name="Muhammad Nur Fadzly BIN ZULKIFLI" userId="493c6823-4367-4460-83e5-12988eee07d0" providerId="ADAL" clId="{67B4E9FA-BD04-45D6-98B5-B318BC690D3A}" dt="2024-10-21T03:39:45.488" v="176" actId="478"/>
          <ac:spMkLst>
            <pc:docMk/>
            <pc:sldMk cId="3222858083" sldId="274"/>
            <ac:spMk id="2" creationId="{00000000-0000-0000-0000-000000000000}"/>
          </ac:spMkLst>
        </pc:spChg>
        <pc:spChg chg="del">
          <ac:chgData name="Muhammad Nur Fadzly BIN ZULKIFLI" userId="493c6823-4367-4460-83e5-12988eee07d0" providerId="ADAL" clId="{67B4E9FA-BD04-45D6-98B5-B318BC690D3A}" dt="2024-10-21T03:43:02.977" v="231" actId="478"/>
          <ac:spMkLst>
            <pc:docMk/>
            <pc:sldMk cId="3222858083" sldId="274"/>
            <ac:spMk id="6" creationId="{10BA2FFB-9770-F4A4-E5BD-B7B89ACF70E1}"/>
          </ac:spMkLst>
        </pc:spChg>
        <pc:spChg chg="add del mod">
          <ac:chgData name="Muhammad Nur Fadzly BIN ZULKIFLI" userId="493c6823-4367-4460-83e5-12988eee07d0" providerId="ADAL" clId="{67B4E9FA-BD04-45D6-98B5-B318BC690D3A}" dt="2024-10-21T03:42:05.494" v="226" actId="478"/>
          <ac:spMkLst>
            <pc:docMk/>
            <pc:sldMk cId="3222858083" sldId="274"/>
            <ac:spMk id="7" creationId="{413682D2-F107-B70B-A678-CED5EF4F7B7A}"/>
          </ac:spMkLst>
        </pc:spChg>
        <pc:spChg chg="add del mod">
          <ac:chgData name="Muhammad Nur Fadzly BIN ZULKIFLI" userId="493c6823-4367-4460-83e5-12988eee07d0" providerId="ADAL" clId="{67B4E9FA-BD04-45D6-98B5-B318BC690D3A}" dt="2024-10-21T03:43:02.237" v="230" actId="478"/>
          <ac:spMkLst>
            <pc:docMk/>
            <pc:sldMk cId="3222858083" sldId="274"/>
            <ac:spMk id="8" creationId="{1D06E801-2199-C65D-CACA-C47299858303}"/>
          </ac:spMkLst>
        </pc:spChg>
        <pc:spChg chg="del mod">
          <ac:chgData name="Muhammad Nur Fadzly BIN ZULKIFLI" userId="493c6823-4367-4460-83e5-12988eee07d0" providerId="ADAL" clId="{67B4E9FA-BD04-45D6-98B5-B318BC690D3A}" dt="2024-10-21T03:43:02.237" v="230" actId="478"/>
          <ac:spMkLst>
            <pc:docMk/>
            <pc:sldMk cId="3222858083" sldId="274"/>
            <ac:spMk id="13" creationId="{FFBBB4D2-D620-7FD8-4F30-F2039667461E}"/>
          </ac:spMkLst>
        </pc:spChg>
        <pc:spChg chg="del mod">
          <ac:chgData name="Muhammad Nur Fadzly BIN ZULKIFLI" userId="493c6823-4367-4460-83e5-12988eee07d0" providerId="ADAL" clId="{67B4E9FA-BD04-45D6-98B5-B318BC690D3A}" dt="2024-10-21T03:43:02.237" v="230" actId="478"/>
          <ac:spMkLst>
            <pc:docMk/>
            <pc:sldMk cId="3222858083" sldId="274"/>
            <ac:spMk id="14" creationId="{912F9CC4-5385-A6A6-9FA3-ED2EA46ABDA1}"/>
          </ac:spMkLst>
        </pc:spChg>
        <pc:spChg chg="del">
          <ac:chgData name="Muhammad Nur Fadzly BIN ZULKIFLI" userId="493c6823-4367-4460-83e5-12988eee07d0" providerId="ADAL" clId="{67B4E9FA-BD04-45D6-98B5-B318BC690D3A}" dt="2024-10-21T03:43:02.237" v="230" actId="478"/>
          <ac:spMkLst>
            <pc:docMk/>
            <pc:sldMk cId="3222858083" sldId="274"/>
            <ac:spMk id="15" creationId="{7025B321-FC1D-8F96-FEBE-96564430B350}"/>
          </ac:spMkLst>
        </pc:spChg>
        <pc:spChg chg="del">
          <ac:chgData name="Muhammad Nur Fadzly BIN ZULKIFLI" userId="493c6823-4367-4460-83e5-12988eee07d0" providerId="ADAL" clId="{67B4E9FA-BD04-45D6-98B5-B318BC690D3A}" dt="2024-10-21T03:42:14.904" v="227" actId="478"/>
          <ac:spMkLst>
            <pc:docMk/>
            <pc:sldMk cId="3222858083" sldId="274"/>
            <ac:spMk id="17" creationId="{A6AC73A6-3CCB-4D4B-4ECF-C37CBA648AC2}"/>
          </ac:spMkLst>
        </pc:spChg>
      </pc:sldChg>
      <pc:sldChg chg="new del">
        <pc:chgData name="Muhammad Nur Fadzly BIN ZULKIFLI" userId="493c6823-4367-4460-83e5-12988eee07d0" providerId="ADAL" clId="{67B4E9FA-BD04-45D6-98B5-B318BC690D3A}" dt="2024-10-21T03:43:19.111" v="235" actId="47"/>
        <pc:sldMkLst>
          <pc:docMk/>
          <pc:sldMk cId="2707400705" sldId="275"/>
        </pc:sldMkLst>
      </pc:sldChg>
      <pc:sldChg chg="addSp delSp modSp new mod ord setBg">
        <pc:chgData name="Muhammad Nur Fadzly BIN ZULKIFLI" userId="493c6823-4367-4460-83e5-12988eee07d0" providerId="ADAL" clId="{67B4E9FA-BD04-45D6-98B5-B318BC690D3A}" dt="2024-10-21T09:14:08.314" v="2395" actId="207"/>
        <pc:sldMkLst>
          <pc:docMk/>
          <pc:sldMk cId="3585087098" sldId="275"/>
        </pc:sldMkLst>
        <pc:spChg chg="mod">
          <ac:chgData name="Muhammad Nur Fadzly BIN ZULKIFLI" userId="493c6823-4367-4460-83e5-12988eee07d0" providerId="ADAL" clId="{67B4E9FA-BD04-45D6-98B5-B318BC690D3A}" dt="2024-10-21T04:00:48.390" v="331" actId="1076"/>
          <ac:spMkLst>
            <pc:docMk/>
            <pc:sldMk cId="3585087098" sldId="275"/>
            <ac:spMk id="2" creationId="{FA335BD0-B521-E454-B10D-7FDCD1137255}"/>
          </ac:spMkLst>
        </pc:spChg>
        <pc:spChg chg="add mod">
          <ac:chgData name="Muhammad Nur Fadzly BIN ZULKIFLI" userId="493c6823-4367-4460-83e5-12988eee07d0" providerId="ADAL" clId="{67B4E9FA-BD04-45D6-98B5-B318BC690D3A}" dt="2024-10-21T04:03:07.734" v="374" actId="1076"/>
          <ac:spMkLst>
            <pc:docMk/>
            <pc:sldMk cId="3585087098" sldId="275"/>
            <ac:spMk id="3" creationId="{7E7162D8-52AD-1216-3A5C-BC74A90B82DB}"/>
          </ac:spMkLst>
        </pc:spChg>
        <pc:spChg chg="del">
          <ac:chgData name="Muhammad Nur Fadzly BIN ZULKIFLI" userId="493c6823-4367-4460-83e5-12988eee07d0" providerId="ADAL" clId="{67B4E9FA-BD04-45D6-98B5-B318BC690D3A}" dt="2024-10-21T03:44:16.015" v="246" actId="478"/>
          <ac:spMkLst>
            <pc:docMk/>
            <pc:sldMk cId="3585087098" sldId="275"/>
            <ac:spMk id="3" creationId="{8226E372-BE38-99A6-A025-D213375CE7A6}"/>
          </ac:spMkLst>
        </pc:spChg>
        <pc:spChg chg="add del mod">
          <ac:chgData name="Muhammad Nur Fadzly BIN ZULKIFLI" userId="493c6823-4367-4460-83e5-12988eee07d0" providerId="ADAL" clId="{67B4E9FA-BD04-45D6-98B5-B318BC690D3A}" dt="2024-10-21T03:59:20.939" v="306" actId="478"/>
          <ac:spMkLst>
            <pc:docMk/>
            <pc:sldMk cId="3585087098" sldId="275"/>
            <ac:spMk id="4" creationId="{D655753E-6A0B-38B6-1A64-E25E40F1C602}"/>
          </ac:spMkLst>
        </pc:spChg>
        <pc:spChg chg="add mod">
          <ac:chgData name="Muhammad Nur Fadzly BIN ZULKIFLI" userId="493c6823-4367-4460-83e5-12988eee07d0" providerId="ADAL" clId="{67B4E9FA-BD04-45D6-98B5-B318BC690D3A}" dt="2024-10-21T09:14:08.314" v="2395" actId="207"/>
          <ac:spMkLst>
            <pc:docMk/>
            <pc:sldMk cId="3585087098" sldId="275"/>
            <ac:spMk id="5" creationId="{EB73A868-40EF-BD74-8F5A-99DFF43A3CE2}"/>
          </ac:spMkLst>
        </pc:spChg>
        <pc:spChg chg="add mod">
          <ac:chgData name="Muhammad Nur Fadzly BIN ZULKIFLI" userId="493c6823-4367-4460-83e5-12988eee07d0" providerId="ADAL" clId="{67B4E9FA-BD04-45D6-98B5-B318BC690D3A}" dt="2024-10-21T04:13:04.294" v="432" actId="1076"/>
          <ac:spMkLst>
            <pc:docMk/>
            <pc:sldMk cId="3585087098" sldId="275"/>
            <ac:spMk id="12" creationId="{C82FA898-9E7C-E702-BCEE-BC8B22590D33}"/>
          </ac:spMkLst>
        </pc:spChg>
        <pc:spChg chg="add del">
          <ac:chgData name="Muhammad Nur Fadzly BIN ZULKIFLI" userId="493c6823-4367-4460-83e5-12988eee07d0" providerId="ADAL" clId="{67B4E9FA-BD04-45D6-98B5-B318BC690D3A}" dt="2024-10-21T04:27:44.135" v="449" actId="22"/>
          <ac:spMkLst>
            <pc:docMk/>
            <pc:sldMk cId="3585087098" sldId="275"/>
            <ac:spMk id="18" creationId="{5D52DE5D-EC0D-39AE-0DA2-43D85C648F05}"/>
          </ac:spMkLst>
        </pc:spChg>
        <pc:graphicFrameChg chg="add del modGraphic">
          <ac:chgData name="Muhammad Nur Fadzly BIN ZULKIFLI" userId="493c6823-4367-4460-83e5-12988eee07d0" providerId="ADAL" clId="{67B4E9FA-BD04-45D6-98B5-B318BC690D3A}" dt="2024-10-21T03:48:09.589" v="286" actId="478"/>
          <ac:graphicFrameMkLst>
            <pc:docMk/>
            <pc:sldMk cId="3585087098" sldId="275"/>
            <ac:graphicFrameMk id="5" creationId="{9ACF205A-6E49-0B4E-3C1D-70F1700CFFBE}"/>
          </ac:graphicFrameMkLst>
        </pc:graphicFrameChg>
        <pc:picChg chg="add mod">
          <ac:chgData name="Muhammad Nur Fadzly BIN ZULKIFLI" userId="493c6823-4367-4460-83e5-12988eee07d0" providerId="ADAL" clId="{67B4E9FA-BD04-45D6-98B5-B318BC690D3A}" dt="2024-10-21T04:37:59.902" v="512" actId="1076"/>
          <ac:picMkLst>
            <pc:docMk/>
            <pc:sldMk cId="3585087098" sldId="275"/>
            <ac:picMk id="6" creationId="{97757E31-6263-BC17-BE4C-D7610F3ABBC0}"/>
          </ac:picMkLst>
        </pc:picChg>
        <pc:picChg chg="add del mod">
          <ac:chgData name="Muhammad Nur Fadzly BIN ZULKIFLI" userId="493c6823-4367-4460-83e5-12988eee07d0" providerId="ADAL" clId="{67B4E9FA-BD04-45D6-98B5-B318BC690D3A}" dt="2024-10-21T04:10:16.633" v="408" actId="478"/>
          <ac:picMkLst>
            <pc:docMk/>
            <pc:sldMk cId="3585087098" sldId="275"/>
            <ac:picMk id="7" creationId="{C0681604-868A-5952-DAD4-7888EFF53DC3}"/>
          </ac:picMkLst>
        </pc:picChg>
        <pc:picChg chg="add mod ord">
          <ac:chgData name="Muhammad Nur Fadzly BIN ZULKIFLI" userId="493c6823-4367-4460-83e5-12988eee07d0" providerId="ADAL" clId="{67B4E9FA-BD04-45D6-98B5-B318BC690D3A}" dt="2024-10-21T04:38:17.337" v="519" actId="1076"/>
          <ac:picMkLst>
            <pc:docMk/>
            <pc:sldMk cId="3585087098" sldId="275"/>
            <ac:picMk id="7" creationId="{EEB59F99-13BB-F0D4-2C33-A2A2963D90F0}"/>
          </ac:picMkLst>
        </pc:picChg>
        <pc:picChg chg="add del mod">
          <ac:chgData name="Muhammad Nur Fadzly BIN ZULKIFLI" userId="493c6823-4367-4460-83e5-12988eee07d0" providerId="ADAL" clId="{67B4E9FA-BD04-45D6-98B5-B318BC690D3A}" dt="2024-10-21T04:10:23.400" v="413" actId="478"/>
          <ac:picMkLst>
            <pc:docMk/>
            <pc:sldMk cId="3585087098" sldId="275"/>
            <ac:picMk id="9" creationId="{612D7A16-B9B5-0DBB-7F77-2130A479AB46}"/>
          </ac:picMkLst>
        </pc:picChg>
        <pc:picChg chg="add mod">
          <ac:chgData name="Muhammad Nur Fadzly BIN ZULKIFLI" userId="493c6823-4367-4460-83e5-12988eee07d0" providerId="ADAL" clId="{67B4E9FA-BD04-45D6-98B5-B318BC690D3A}" dt="2024-10-21T04:12:11.512" v="419" actId="1076"/>
          <ac:picMkLst>
            <pc:docMk/>
            <pc:sldMk cId="3585087098" sldId="275"/>
            <ac:picMk id="11" creationId="{01F7E48A-8D38-92A3-3B81-D4C34C96C059}"/>
          </ac:picMkLst>
        </pc:picChg>
        <pc:picChg chg="add del mod">
          <ac:chgData name="Muhammad Nur Fadzly BIN ZULKIFLI" userId="493c6823-4367-4460-83e5-12988eee07d0" providerId="ADAL" clId="{67B4E9FA-BD04-45D6-98B5-B318BC690D3A}" dt="2024-10-21T04:26:18.847" v="441" actId="478"/>
          <ac:picMkLst>
            <pc:docMk/>
            <pc:sldMk cId="3585087098" sldId="275"/>
            <ac:picMk id="14" creationId="{7E9FA028-2EA1-7ECB-8F54-A93A9F6AAFDC}"/>
          </ac:picMkLst>
        </pc:picChg>
        <pc:picChg chg="add mod ord">
          <ac:chgData name="Muhammad Nur Fadzly BIN ZULKIFLI" userId="493c6823-4367-4460-83e5-12988eee07d0" providerId="ADAL" clId="{67B4E9FA-BD04-45D6-98B5-B318BC690D3A}" dt="2024-10-21T04:29:18.388" v="460" actId="34135"/>
          <ac:picMkLst>
            <pc:docMk/>
            <pc:sldMk cId="3585087098" sldId="275"/>
            <ac:picMk id="16" creationId="{ECC53334-049D-D68C-7124-D4EFC5933B79}"/>
          </ac:picMkLst>
        </pc:picChg>
        <pc:picChg chg="add mod ord">
          <ac:chgData name="Muhammad Nur Fadzly BIN ZULKIFLI" userId="493c6823-4367-4460-83e5-12988eee07d0" providerId="ADAL" clId="{67B4E9FA-BD04-45D6-98B5-B318BC690D3A}" dt="2024-10-21T04:29:24.706" v="466" actId="167"/>
          <ac:picMkLst>
            <pc:docMk/>
            <pc:sldMk cId="3585087098" sldId="275"/>
            <ac:picMk id="19" creationId="{6EAEFCC2-3A96-E735-C9A4-8F3A67C25913}"/>
          </ac:picMkLst>
        </pc:picChg>
        <pc:cxnChg chg="add del mod">
          <ac:chgData name="Muhammad Nur Fadzly BIN ZULKIFLI" userId="493c6823-4367-4460-83e5-12988eee07d0" providerId="ADAL" clId="{67B4E9FA-BD04-45D6-98B5-B318BC690D3A}" dt="2024-10-21T03:50:02.992" v="302" actId="478"/>
          <ac:cxnSpMkLst>
            <pc:docMk/>
            <pc:sldMk cId="3585087098" sldId="275"/>
            <ac:cxnSpMk id="7" creationId="{D89B09C9-3BFF-31B6-F230-0A5031E3646F}"/>
          </ac:cxnSpMkLst>
        </pc:cxnChg>
        <pc:cxnChg chg="add del mod">
          <ac:chgData name="Muhammad Nur Fadzly BIN ZULKIFLI" userId="493c6823-4367-4460-83e5-12988eee07d0" providerId="ADAL" clId="{67B4E9FA-BD04-45D6-98B5-B318BC690D3A}" dt="2024-10-21T03:50:02.992" v="302" actId="478"/>
          <ac:cxnSpMkLst>
            <pc:docMk/>
            <pc:sldMk cId="3585087098" sldId="275"/>
            <ac:cxnSpMk id="10" creationId="{D434E910-5BB2-9A6C-B538-76B227B84962}"/>
          </ac:cxnSpMkLst>
        </pc:cxnChg>
        <pc:cxnChg chg="add del mod">
          <ac:chgData name="Muhammad Nur Fadzly BIN ZULKIFLI" userId="493c6823-4367-4460-83e5-12988eee07d0" providerId="ADAL" clId="{67B4E9FA-BD04-45D6-98B5-B318BC690D3A}" dt="2024-10-21T03:50:02.992" v="302" actId="478"/>
          <ac:cxnSpMkLst>
            <pc:docMk/>
            <pc:sldMk cId="3585087098" sldId="275"/>
            <ac:cxnSpMk id="11" creationId="{C07C8F50-2791-66FF-137D-E9C79C89A7AA}"/>
          </ac:cxnSpMkLst>
        </pc:cxnChg>
        <pc:cxnChg chg="add del mod">
          <ac:chgData name="Muhammad Nur Fadzly BIN ZULKIFLI" userId="493c6823-4367-4460-83e5-12988eee07d0" providerId="ADAL" clId="{67B4E9FA-BD04-45D6-98B5-B318BC690D3A}" dt="2024-10-21T03:50:02.992" v="302" actId="478"/>
          <ac:cxnSpMkLst>
            <pc:docMk/>
            <pc:sldMk cId="3585087098" sldId="275"/>
            <ac:cxnSpMk id="12" creationId="{8F386E21-659F-0A1A-796F-E3C17E616CD2}"/>
          </ac:cxnSpMkLst>
        </pc:cxnChg>
      </pc:sldChg>
      <pc:sldChg chg="add del">
        <pc:chgData name="Muhammad Nur Fadzly BIN ZULKIFLI" userId="493c6823-4367-4460-83e5-12988eee07d0" providerId="ADAL" clId="{67B4E9FA-BD04-45D6-98B5-B318BC690D3A}" dt="2024-10-21T03:43:12.244" v="233" actId="47"/>
        <pc:sldMkLst>
          <pc:docMk/>
          <pc:sldMk cId="4092158166" sldId="275"/>
        </pc:sldMkLst>
      </pc:sldChg>
      <pc:sldChg chg="del mo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3667802820" sldId="276"/>
        </pc:sldMkLst>
      </pc:sldChg>
      <pc:sldChg chg="addSp delSp modSp new mod ord setBg">
        <pc:chgData name="Muhammad Nur Fadzly BIN ZULKIFLI" userId="493c6823-4367-4460-83e5-12988eee07d0" providerId="ADAL" clId="{67B4E9FA-BD04-45D6-98B5-B318BC690D3A}" dt="2024-10-21T13:13:30.374" v="3283" actId="1036"/>
        <pc:sldMkLst>
          <pc:docMk/>
          <pc:sldMk cId="3087536090" sldId="277"/>
        </pc:sldMkLst>
        <pc:spChg chg="add del mod">
          <ac:chgData name="Muhammad Nur Fadzly BIN ZULKIFLI" userId="493c6823-4367-4460-83e5-12988eee07d0" providerId="ADAL" clId="{67B4E9FA-BD04-45D6-98B5-B318BC690D3A}" dt="2024-10-21T10:49:41.314" v="2435" actId="478"/>
          <ac:spMkLst>
            <pc:docMk/>
            <pc:sldMk cId="3087536090" sldId="277"/>
            <ac:spMk id="2" creationId="{BF523857-D615-B778-31AD-4D42E14CE83F}"/>
          </ac:spMkLst>
        </pc:spChg>
        <pc:spChg chg="del">
          <ac:chgData name="Muhammad Nur Fadzly BIN ZULKIFLI" userId="493c6823-4367-4460-83e5-12988eee07d0" providerId="ADAL" clId="{67B4E9FA-BD04-45D6-98B5-B318BC690D3A}" dt="2024-10-21T04:31:29.106" v="477" actId="478"/>
          <ac:spMkLst>
            <pc:docMk/>
            <pc:sldMk cId="3087536090" sldId="277"/>
            <ac:spMk id="2" creationId="{EB559272-42A9-DE1B-2E40-0D02CA9E6D01}"/>
          </ac:spMkLst>
        </pc:spChg>
        <pc:spChg chg="add mod">
          <ac:chgData name="Muhammad Nur Fadzly BIN ZULKIFLI" userId="493c6823-4367-4460-83e5-12988eee07d0" providerId="ADAL" clId="{67B4E9FA-BD04-45D6-98B5-B318BC690D3A}" dt="2024-10-21T13:13:30.374" v="3283" actId="1036"/>
          <ac:spMkLst>
            <pc:docMk/>
            <pc:sldMk cId="3087536090" sldId="277"/>
            <ac:spMk id="3" creationId="{77B93E04-CF5C-04DC-1FF0-B4265D39A6BF}"/>
          </ac:spMkLst>
        </pc:spChg>
        <pc:spChg chg="del">
          <ac:chgData name="Muhammad Nur Fadzly BIN ZULKIFLI" userId="493c6823-4367-4460-83e5-12988eee07d0" providerId="ADAL" clId="{67B4E9FA-BD04-45D6-98B5-B318BC690D3A}" dt="2024-10-21T04:31:30.174" v="478" actId="478"/>
          <ac:spMkLst>
            <pc:docMk/>
            <pc:sldMk cId="3087536090" sldId="277"/>
            <ac:spMk id="3" creationId="{B1C9DD54-964E-AF29-D1B6-AA0D6F1E5812}"/>
          </ac:spMkLst>
        </pc:spChg>
        <pc:spChg chg="add del mod">
          <ac:chgData name="Muhammad Nur Fadzly BIN ZULKIFLI" userId="493c6823-4367-4460-83e5-12988eee07d0" providerId="ADAL" clId="{67B4E9FA-BD04-45D6-98B5-B318BC690D3A}" dt="2024-10-21T04:31:37.457" v="480" actId="478"/>
          <ac:spMkLst>
            <pc:docMk/>
            <pc:sldMk cId="3087536090" sldId="277"/>
            <ac:spMk id="4" creationId="{406FB504-9764-BF4A-3D91-0AE4432886ED}"/>
          </ac:spMkLst>
        </pc:spChg>
        <pc:spChg chg="add del">
          <ac:chgData name="Muhammad Nur Fadzly BIN ZULKIFLI" userId="493c6823-4367-4460-83e5-12988eee07d0" providerId="ADAL" clId="{67B4E9FA-BD04-45D6-98B5-B318BC690D3A}" dt="2024-10-21T04:55:19.791" v="678" actId="478"/>
          <ac:spMkLst>
            <pc:docMk/>
            <pc:sldMk cId="3087536090" sldId="277"/>
            <ac:spMk id="4" creationId="{E60197DF-5886-2F16-A2B4-61044DD33341}"/>
          </ac:spMkLst>
        </pc:spChg>
        <pc:spChg chg="add mod">
          <ac:chgData name="Muhammad Nur Fadzly BIN ZULKIFLI" userId="493c6823-4367-4460-83e5-12988eee07d0" providerId="ADAL" clId="{67B4E9FA-BD04-45D6-98B5-B318BC690D3A}" dt="2024-10-21T04:44:54.995" v="604" actId="1036"/>
          <ac:spMkLst>
            <pc:docMk/>
            <pc:sldMk cId="3087536090" sldId="277"/>
            <ac:spMk id="5" creationId="{D43FA62C-D31B-DA32-3B5F-122D9B261C5B}"/>
          </ac:spMkLst>
        </pc:spChg>
        <pc:spChg chg="add mod ord">
          <ac:chgData name="Muhammad Nur Fadzly BIN ZULKIFLI" userId="493c6823-4367-4460-83e5-12988eee07d0" providerId="ADAL" clId="{67B4E9FA-BD04-45D6-98B5-B318BC690D3A}" dt="2024-10-21T13:13:30.374" v="3283" actId="1036"/>
          <ac:spMkLst>
            <pc:docMk/>
            <pc:sldMk cId="3087536090" sldId="277"/>
            <ac:spMk id="7" creationId="{D7446522-C8DA-64F0-7DD5-A2E9CDC2524D}"/>
          </ac:spMkLst>
        </pc:spChg>
        <pc:spChg chg="add mod ord">
          <ac:chgData name="Muhammad Nur Fadzly BIN ZULKIFLI" userId="493c6823-4367-4460-83e5-12988eee07d0" providerId="ADAL" clId="{67B4E9FA-BD04-45D6-98B5-B318BC690D3A}" dt="2024-10-21T13:13:30.374" v="3283" actId="1036"/>
          <ac:spMkLst>
            <pc:docMk/>
            <pc:sldMk cId="3087536090" sldId="277"/>
            <ac:spMk id="8" creationId="{69287DC5-460E-FC95-5F10-473E61439ED2}"/>
          </ac:spMkLst>
        </pc:spChg>
        <pc:grpChg chg="add mod">
          <ac:chgData name="Muhammad Nur Fadzly BIN ZULKIFLI" userId="493c6823-4367-4460-83e5-12988eee07d0" providerId="ADAL" clId="{67B4E9FA-BD04-45D6-98B5-B318BC690D3A}" dt="2024-10-21T13:13:30.374" v="3283" actId="1036"/>
          <ac:grpSpMkLst>
            <pc:docMk/>
            <pc:sldMk cId="3087536090" sldId="277"/>
            <ac:grpSpMk id="9" creationId="{71CD6CB2-0154-0B1F-E37D-91E82C9BE5F5}"/>
          </ac:grpSpMkLst>
        </pc:grpChg>
        <pc:picChg chg="add mod">
          <ac:chgData name="Muhammad Nur Fadzly BIN ZULKIFLI" userId="493c6823-4367-4460-83e5-12988eee07d0" providerId="ADAL" clId="{67B4E9FA-BD04-45D6-98B5-B318BC690D3A}" dt="2024-10-21T13:13:30.374" v="3283" actId="1036"/>
          <ac:picMkLst>
            <pc:docMk/>
            <pc:sldMk cId="3087536090" sldId="277"/>
            <ac:picMk id="6" creationId="{8C59FC1B-CE9A-FD60-D7CD-D20027BBCD46}"/>
          </ac:picMkLst>
        </pc:picChg>
        <pc:picChg chg="add mod">
          <ac:chgData name="Muhammad Nur Fadzly BIN ZULKIFLI" userId="493c6823-4367-4460-83e5-12988eee07d0" providerId="ADAL" clId="{67B4E9FA-BD04-45D6-98B5-B318BC690D3A}" dt="2024-10-21T13:13:30.374" v="3283" actId="1036"/>
          <ac:picMkLst>
            <pc:docMk/>
            <pc:sldMk cId="3087536090" sldId="277"/>
            <ac:picMk id="1026" creationId="{7A895AF9-72C6-4988-5620-CC2F6E48279C}"/>
          </ac:picMkLst>
        </pc:picChg>
      </pc:sldChg>
      <pc:sldChg chg="addSp delSp modSp add mod setBg">
        <pc:chgData name="Muhammad Nur Fadzly BIN ZULKIFLI" userId="493c6823-4367-4460-83e5-12988eee07d0" providerId="ADAL" clId="{67B4E9FA-BD04-45D6-98B5-B318BC690D3A}" dt="2024-10-21T09:06:03.333" v="2356" actId="21"/>
        <pc:sldMkLst>
          <pc:docMk/>
          <pc:sldMk cId="2128601120" sldId="278"/>
        </pc:sldMkLst>
        <pc:spChg chg="del">
          <ac:chgData name="Muhammad Nur Fadzly BIN ZULKIFLI" userId="493c6823-4367-4460-83e5-12988eee07d0" providerId="ADAL" clId="{67B4E9FA-BD04-45D6-98B5-B318BC690D3A}" dt="2024-10-21T04:45:18.979" v="613" actId="478"/>
          <ac:spMkLst>
            <pc:docMk/>
            <pc:sldMk cId="2128601120" sldId="278"/>
            <ac:spMk id="2" creationId="{BF523857-D615-B778-31AD-4D42E14CE83F}"/>
          </ac:spMkLst>
        </pc:spChg>
        <pc:spChg chg="add mod">
          <ac:chgData name="Muhammad Nur Fadzly BIN ZULKIFLI" userId="493c6823-4367-4460-83e5-12988eee07d0" providerId="ADAL" clId="{67B4E9FA-BD04-45D6-98B5-B318BC690D3A}" dt="2024-10-21T04:45:06.542" v="611" actId="20577"/>
          <ac:spMkLst>
            <pc:docMk/>
            <pc:sldMk cId="2128601120" sldId="278"/>
            <ac:spMk id="3" creationId="{AB0D0C9B-4847-29D7-F97A-F9A0915EEC4F}"/>
          </ac:spMkLst>
        </pc:spChg>
        <pc:spChg chg="add del mod ord">
          <ac:chgData name="Muhammad Nur Fadzly BIN ZULKIFLI" userId="493c6823-4367-4460-83e5-12988eee07d0" providerId="ADAL" clId="{67B4E9FA-BD04-45D6-98B5-B318BC690D3A}" dt="2024-10-21T06:56:50.511" v="2061" actId="478"/>
          <ac:spMkLst>
            <pc:docMk/>
            <pc:sldMk cId="2128601120" sldId="278"/>
            <ac:spMk id="4" creationId="{E4040959-7293-C9F7-F6A1-3467175F8869}"/>
          </ac:spMkLst>
        </pc:spChg>
        <pc:spChg chg="del mod">
          <ac:chgData name="Muhammad Nur Fadzly BIN ZULKIFLI" userId="493c6823-4367-4460-83e5-12988eee07d0" providerId="ADAL" clId="{67B4E9FA-BD04-45D6-98B5-B318BC690D3A}" dt="2024-10-21T04:45:04.425" v="606" actId="478"/>
          <ac:spMkLst>
            <pc:docMk/>
            <pc:sldMk cId="2128601120" sldId="278"/>
            <ac:spMk id="5" creationId="{D43FA62C-D31B-DA32-3B5F-122D9B261C5B}"/>
          </ac:spMkLst>
        </pc:spChg>
        <pc:spChg chg="add del mod ord">
          <ac:chgData name="Muhammad Nur Fadzly BIN ZULKIFLI" userId="493c6823-4367-4460-83e5-12988eee07d0" providerId="ADAL" clId="{67B4E9FA-BD04-45D6-98B5-B318BC690D3A}" dt="2024-10-21T04:51:03.148" v="655" actId="478"/>
          <ac:spMkLst>
            <pc:docMk/>
            <pc:sldMk cId="2128601120" sldId="278"/>
            <ac:spMk id="7" creationId="{C24E1832-BB16-DC6D-BA54-F019F0CDB508}"/>
          </ac:spMkLst>
        </pc:spChg>
        <pc:spChg chg="del mod">
          <ac:chgData name="Muhammad Nur Fadzly BIN ZULKIFLI" userId="493c6823-4367-4460-83e5-12988eee07d0" providerId="ADAL" clId="{67B4E9FA-BD04-45D6-98B5-B318BC690D3A}" dt="2024-10-21T06:57:54.402" v="2074" actId="478"/>
          <ac:spMkLst>
            <pc:docMk/>
            <pc:sldMk cId="2128601120" sldId="278"/>
            <ac:spMk id="9" creationId="{CE2F007E-B877-6325-B7E2-ACE9646B53A0}"/>
          </ac:spMkLst>
        </pc:spChg>
        <pc:spChg chg="del mod">
          <ac:chgData name="Muhammad Nur Fadzly BIN ZULKIFLI" userId="493c6823-4367-4460-83e5-12988eee07d0" providerId="ADAL" clId="{67B4E9FA-BD04-45D6-98B5-B318BC690D3A}" dt="2024-10-21T06:58:21.675" v="2082" actId="478"/>
          <ac:spMkLst>
            <pc:docMk/>
            <pc:sldMk cId="2128601120" sldId="278"/>
            <ac:spMk id="10" creationId="{BE3A32A2-70D0-CFD3-EA89-6F3D5ACD6467}"/>
          </ac:spMkLst>
        </pc:spChg>
        <pc:spChg chg="add del mod">
          <ac:chgData name="Muhammad Nur Fadzly BIN ZULKIFLI" userId="493c6823-4367-4460-83e5-12988eee07d0" providerId="ADAL" clId="{67B4E9FA-BD04-45D6-98B5-B318BC690D3A}" dt="2024-10-21T06:56:52.757" v="2062" actId="478"/>
          <ac:spMkLst>
            <pc:docMk/>
            <pc:sldMk cId="2128601120" sldId="278"/>
            <ac:spMk id="13" creationId="{1553D401-F909-77FA-A8A5-F44EA8034FF0}"/>
          </ac:spMkLst>
        </pc:spChg>
        <pc:spChg chg="add del mod">
          <ac:chgData name="Muhammad Nur Fadzly BIN ZULKIFLI" userId="493c6823-4367-4460-83e5-12988eee07d0" providerId="ADAL" clId="{67B4E9FA-BD04-45D6-98B5-B318BC690D3A}" dt="2024-10-21T07:09:02.001" v="2326" actId="478"/>
          <ac:spMkLst>
            <pc:docMk/>
            <pc:sldMk cId="2128601120" sldId="278"/>
            <ac:spMk id="20" creationId="{DF82E38D-B20C-4FFF-9D30-CCBFE2545F63}"/>
          </ac:spMkLst>
        </pc:spChg>
        <pc:spChg chg="add del mod">
          <ac:chgData name="Muhammad Nur Fadzly BIN ZULKIFLI" userId="493c6823-4367-4460-83e5-12988eee07d0" providerId="ADAL" clId="{67B4E9FA-BD04-45D6-98B5-B318BC690D3A}" dt="2024-10-21T09:06:03.333" v="2356" actId="21"/>
          <ac:spMkLst>
            <pc:docMk/>
            <pc:sldMk cId="2128601120" sldId="278"/>
            <ac:spMk id="21" creationId="{33143234-1F7D-496A-3D9C-AF95C37DD772}"/>
          </ac:spMkLst>
        </pc:spChg>
        <pc:spChg chg="add del">
          <ac:chgData name="Muhammad Nur Fadzly BIN ZULKIFLI" userId="493c6823-4367-4460-83e5-12988eee07d0" providerId="ADAL" clId="{67B4E9FA-BD04-45D6-98B5-B318BC690D3A}" dt="2024-10-21T08:52:27.518" v="2340" actId="22"/>
          <ac:spMkLst>
            <pc:docMk/>
            <pc:sldMk cId="2128601120" sldId="278"/>
            <ac:spMk id="23" creationId="{00BB1A21-50E5-8E62-7C25-434C7D290464}"/>
          </ac:spMkLst>
        </pc:spChg>
        <pc:picChg chg="del">
          <ac:chgData name="Muhammad Nur Fadzly BIN ZULKIFLI" userId="493c6823-4367-4460-83e5-12988eee07d0" providerId="ADAL" clId="{67B4E9FA-BD04-45D6-98B5-B318BC690D3A}" dt="2024-10-21T04:45:17.671" v="612" actId="478"/>
          <ac:picMkLst>
            <pc:docMk/>
            <pc:sldMk cId="2128601120" sldId="278"/>
            <ac:picMk id="6" creationId="{8C59FC1B-CE9A-FD60-D7CD-D20027BBCD46}"/>
          </ac:picMkLst>
        </pc:picChg>
        <pc:picChg chg="add mod">
          <ac:chgData name="Muhammad Nur Fadzly BIN ZULKIFLI" userId="493c6823-4367-4460-83e5-12988eee07d0" providerId="ADAL" clId="{67B4E9FA-BD04-45D6-98B5-B318BC690D3A}" dt="2024-10-21T06:56:54.927" v="2063" actId="1076"/>
          <ac:picMkLst>
            <pc:docMk/>
            <pc:sldMk cId="2128601120" sldId="278"/>
            <ac:picMk id="11" creationId="{26438450-58E5-1417-17A6-18BC19B7E219}"/>
          </ac:picMkLst>
        </pc:picChg>
        <pc:picChg chg="add del mod">
          <ac:chgData name="Muhammad Nur Fadzly BIN ZULKIFLI" userId="493c6823-4367-4460-83e5-12988eee07d0" providerId="ADAL" clId="{67B4E9FA-BD04-45D6-98B5-B318BC690D3A}" dt="2024-10-21T06:58:42.122" v="2090" actId="478"/>
          <ac:picMkLst>
            <pc:docMk/>
            <pc:sldMk cId="2128601120" sldId="278"/>
            <ac:picMk id="15" creationId="{4AD413B6-5108-7BE4-D9A6-B0AB3B4AD986}"/>
          </ac:picMkLst>
        </pc:picChg>
        <pc:picChg chg="add mod">
          <ac:chgData name="Muhammad Nur Fadzly BIN ZULKIFLI" userId="493c6823-4367-4460-83e5-12988eee07d0" providerId="ADAL" clId="{67B4E9FA-BD04-45D6-98B5-B318BC690D3A}" dt="2024-10-21T06:58:27.790" v="2085" actId="1076"/>
          <ac:picMkLst>
            <pc:docMk/>
            <pc:sldMk cId="2128601120" sldId="278"/>
            <ac:picMk id="17" creationId="{C1B240BF-5EF8-CB49-2D4D-B17D546458E7}"/>
          </ac:picMkLst>
        </pc:picChg>
        <pc:picChg chg="add mod">
          <ac:chgData name="Muhammad Nur Fadzly BIN ZULKIFLI" userId="493c6823-4367-4460-83e5-12988eee07d0" providerId="ADAL" clId="{67B4E9FA-BD04-45D6-98B5-B318BC690D3A}" dt="2024-10-21T06:58:44.758" v="2091" actId="1076"/>
          <ac:picMkLst>
            <pc:docMk/>
            <pc:sldMk cId="2128601120" sldId="278"/>
            <ac:picMk id="19" creationId="{CB2A6967-28D3-EBAA-9FFF-4AFA5DC2BF64}"/>
          </ac:picMkLst>
        </pc:picChg>
      </pc:sldChg>
      <pc:sldChg chg="add del mod or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559332172" sldId="279"/>
        </pc:sldMkLst>
      </pc:sldChg>
      <pc:sldChg chg="addSp delSp modSp add mod setBg">
        <pc:chgData name="Muhammad Nur Fadzly BIN ZULKIFLI" userId="493c6823-4367-4460-83e5-12988eee07d0" providerId="ADAL" clId="{67B4E9FA-BD04-45D6-98B5-B318BC690D3A}" dt="2024-10-21T10:54:56.917" v="2443" actId="478"/>
        <pc:sldMkLst>
          <pc:docMk/>
          <pc:sldMk cId="1787694342" sldId="280"/>
        </pc:sldMkLst>
        <pc:spChg chg="add mod">
          <ac:chgData name="Muhammad Nur Fadzly BIN ZULKIFLI" userId="493c6823-4367-4460-83e5-12988eee07d0" providerId="ADAL" clId="{67B4E9FA-BD04-45D6-98B5-B318BC690D3A}" dt="2024-10-21T04:59:42.202" v="733"/>
          <ac:spMkLst>
            <pc:docMk/>
            <pc:sldMk cId="1787694342" sldId="280"/>
            <ac:spMk id="2" creationId="{81B5A214-0EAB-3130-36FC-4243DF8C766F}"/>
          </ac:spMkLst>
        </pc:spChg>
        <pc:spChg chg="mod">
          <ac:chgData name="Muhammad Nur Fadzly BIN ZULKIFLI" userId="493c6823-4367-4460-83e5-12988eee07d0" providerId="ADAL" clId="{67B4E9FA-BD04-45D6-98B5-B318BC690D3A}" dt="2024-10-21T05:51:21.306" v="1169" actId="207"/>
          <ac:spMkLst>
            <pc:docMk/>
            <pc:sldMk cId="1787694342" sldId="280"/>
            <ac:spMk id="3" creationId="{AB0D0C9B-4847-29D7-F97A-F9A0915EEC4F}"/>
          </ac:spMkLst>
        </pc:spChg>
        <pc:spChg chg="del">
          <ac:chgData name="Muhammad Nur Fadzly BIN ZULKIFLI" userId="493c6823-4367-4460-83e5-12988eee07d0" providerId="ADAL" clId="{67B4E9FA-BD04-45D6-98B5-B318BC690D3A}" dt="2024-10-21T05:24:59.942" v="762" actId="478"/>
          <ac:spMkLst>
            <pc:docMk/>
            <pc:sldMk cId="1787694342" sldId="280"/>
            <ac:spMk id="4" creationId="{E4040959-7293-C9F7-F6A1-3467175F8869}"/>
          </ac:spMkLst>
        </pc:spChg>
        <pc:spChg chg="add mod">
          <ac:chgData name="Muhammad Nur Fadzly BIN ZULKIFLI" userId="493c6823-4367-4460-83e5-12988eee07d0" providerId="ADAL" clId="{67B4E9FA-BD04-45D6-98B5-B318BC690D3A}" dt="2024-10-21T04:59:42.202" v="733"/>
          <ac:spMkLst>
            <pc:docMk/>
            <pc:sldMk cId="1787694342" sldId="280"/>
            <ac:spMk id="5" creationId="{9E67FC39-8ACF-A674-5DA8-AC96E3CA6E89}"/>
          </ac:spMkLst>
        </pc:spChg>
        <pc:spChg chg="add mod">
          <ac:chgData name="Muhammad Nur Fadzly BIN ZULKIFLI" userId="493c6823-4367-4460-83e5-12988eee07d0" providerId="ADAL" clId="{67B4E9FA-BD04-45D6-98B5-B318BC690D3A}" dt="2024-10-21T04:59:42.202" v="733"/>
          <ac:spMkLst>
            <pc:docMk/>
            <pc:sldMk cId="1787694342" sldId="280"/>
            <ac:spMk id="6" creationId="{91E37C7D-3474-7A3F-7698-68DE22719016}"/>
          </ac:spMkLst>
        </pc:spChg>
        <pc:spChg chg="add mod">
          <ac:chgData name="Muhammad Nur Fadzly BIN ZULKIFLI" userId="493c6823-4367-4460-83e5-12988eee07d0" providerId="ADAL" clId="{67B4E9FA-BD04-45D6-98B5-B318BC690D3A}" dt="2024-10-21T04:59:42.202" v="733"/>
          <ac:spMkLst>
            <pc:docMk/>
            <pc:sldMk cId="1787694342" sldId="280"/>
            <ac:spMk id="7" creationId="{C7DBA31B-D9A9-5240-A1B0-0C11240699D6}"/>
          </ac:spMkLst>
        </pc:spChg>
        <pc:spChg chg="add mod">
          <ac:chgData name="Muhammad Nur Fadzly BIN ZULKIFLI" userId="493c6823-4367-4460-83e5-12988eee07d0" providerId="ADAL" clId="{67B4E9FA-BD04-45D6-98B5-B318BC690D3A}" dt="2024-10-21T04:59:42.202" v="733"/>
          <ac:spMkLst>
            <pc:docMk/>
            <pc:sldMk cId="1787694342" sldId="280"/>
            <ac:spMk id="8" creationId="{6CB8902C-5FA7-DA5A-3861-BE55B8274574}"/>
          </ac:spMkLst>
        </pc:spChg>
        <pc:spChg chg="add mod">
          <ac:chgData name="Muhammad Nur Fadzly BIN ZULKIFLI" userId="493c6823-4367-4460-83e5-12988eee07d0" providerId="ADAL" clId="{67B4E9FA-BD04-45D6-98B5-B318BC690D3A}" dt="2024-10-21T04:59:42.202" v="733"/>
          <ac:spMkLst>
            <pc:docMk/>
            <pc:sldMk cId="1787694342" sldId="280"/>
            <ac:spMk id="9" creationId="{4A27FBBC-91FA-A8DC-ED9D-D25DC5CBF92C}"/>
          </ac:spMkLst>
        </pc:spChg>
        <pc:spChg chg="add mod">
          <ac:chgData name="Muhammad Nur Fadzly BIN ZULKIFLI" userId="493c6823-4367-4460-83e5-12988eee07d0" providerId="ADAL" clId="{67B4E9FA-BD04-45D6-98B5-B318BC690D3A}" dt="2024-10-21T04:59:42.202" v="733"/>
          <ac:spMkLst>
            <pc:docMk/>
            <pc:sldMk cId="1787694342" sldId="280"/>
            <ac:spMk id="10" creationId="{1D4844D5-5027-9010-B91D-27AEFE6A4E01}"/>
          </ac:spMkLst>
        </pc:spChg>
        <pc:spChg chg="add mod">
          <ac:chgData name="Muhammad Nur Fadzly BIN ZULKIFLI" userId="493c6823-4367-4460-83e5-12988eee07d0" providerId="ADAL" clId="{67B4E9FA-BD04-45D6-98B5-B318BC690D3A}" dt="2024-10-21T04:59:42.202" v="733"/>
          <ac:spMkLst>
            <pc:docMk/>
            <pc:sldMk cId="1787694342" sldId="280"/>
            <ac:spMk id="11" creationId="{32BC805E-8DF3-E6E4-9A3E-8304152AA9D6}"/>
          </ac:spMkLst>
        </pc:spChg>
        <pc:spChg chg="add del mod">
          <ac:chgData name="Muhammad Nur Fadzly BIN ZULKIFLI" userId="493c6823-4367-4460-83e5-12988eee07d0" providerId="ADAL" clId="{67B4E9FA-BD04-45D6-98B5-B318BC690D3A}" dt="2024-10-21T05:28:18.535" v="857" actId="478"/>
          <ac:spMkLst>
            <pc:docMk/>
            <pc:sldMk cId="1787694342" sldId="280"/>
            <ac:spMk id="12" creationId="{3ABCAA17-6D12-FDB0-A1A3-F6696AAC3373}"/>
          </ac:spMkLst>
        </pc:spChg>
        <pc:spChg chg="add del mod">
          <ac:chgData name="Muhammad Nur Fadzly BIN ZULKIFLI" userId="493c6823-4367-4460-83e5-12988eee07d0" providerId="ADAL" clId="{67B4E9FA-BD04-45D6-98B5-B318BC690D3A}" dt="2024-10-21T05:06:20.106" v="744" actId="478"/>
          <ac:spMkLst>
            <pc:docMk/>
            <pc:sldMk cId="1787694342" sldId="280"/>
            <ac:spMk id="13" creationId="{8AA9E7B5-1EBF-E6AB-6654-D8213988741A}"/>
          </ac:spMkLst>
        </pc:spChg>
        <pc:spChg chg="add del mod">
          <ac:chgData name="Muhammad Nur Fadzly BIN ZULKIFLI" userId="493c6823-4367-4460-83e5-12988eee07d0" providerId="ADAL" clId="{67B4E9FA-BD04-45D6-98B5-B318BC690D3A}" dt="2024-10-21T05:28:17.726" v="855" actId="478"/>
          <ac:spMkLst>
            <pc:docMk/>
            <pc:sldMk cId="1787694342" sldId="280"/>
            <ac:spMk id="14" creationId="{B17313A3-B126-00DE-4FA9-B46519745648}"/>
          </ac:spMkLst>
        </pc:spChg>
        <pc:spChg chg="add del mod">
          <ac:chgData name="Muhammad Nur Fadzly BIN ZULKIFLI" userId="493c6823-4367-4460-83e5-12988eee07d0" providerId="ADAL" clId="{67B4E9FA-BD04-45D6-98B5-B318BC690D3A}" dt="2024-10-21T05:28:14.417" v="852" actId="478"/>
          <ac:spMkLst>
            <pc:docMk/>
            <pc:sldMk cId="1787694342" sldId="280"/>
            <ac:spMk id="15" creationId="{99511CF0-EAB1-55C9-D0D8-B0DAE95CD557}"/>
          </ac:spMkLst>
        </pc:spChg>
        <pc:spChg chg="add del mod">
          <ac:chgData name="Muhammad Nur Fadzly BIN ZULKIFLI" userId="493c6823-4367-4460-83e5-12988eee07d0" providerId="ADAL" clId="{67B4E9FA-BD04-45D6-98B5-B318BC690D3A}" dt="2024-10-21T05:28:16.158" v="853" actId="478"/>
          <ac:spMkLst>
            <pc:docMk/>
            <pc:sldMk cId="1787694342" sldId="280"/>
            <ac:spMk id="16" creationId="{F5015816-DA75-2E08-B930-19DC27C98355}"/>
          </ac:spMkLst>
        </pc:spChg>
        <pc:spChg chg="add del mod">
          <ac:chgData name="Muhammad Nur Fadzly BIN ZULKIFLI" userId="493c6823-4367-4460-83e5-12988eee07d0" providerId="ADAL" clId="{67B4E9FA-BD04-45D6-98B5-B318BC690D3A}" dt="2024-10-21T05:28:14.417" v="852" actId="478"/>
          <ac:spMkLst>
            <pc:docMk/>
            <pc:sldMk cId="1787694342" sldId="280"/>
            <ac:spMk id="17" creationId="{11327369-6628-7D35-616B-6262129D5F9E}"/>
          </ac:spMkLst>
        </pc:spChg>
        <pc:spChg chg="add del mod">
          <ac:chgData name="Muhammad Nur Fadzly BIN ZULKIFLI" userId="493c6823-4367-4460-83e5-12988eee07d0" providerId="ADAL" clId="{67B4E9FA-BD04-45D6-98B5-B318BC690D3A}" dt="2024-10-21T05:28:16.839" v="854" actId="478"/>
          <ac:spMkLst>
            <pc:docMk/>
            <pc:sldMk cId="1787694342" sldId="280"/>
            <ac:spMk id="18" creationId="{8D587972-D5F9-BBAA-0ADF-136ADFB79126}"/>
          </ac:spMkLst>
        </pc:spChg>
        <pc:spChg chg="add del mod">
          <ac:chgData name="Muhammad Nur Fadzly BIN ZULKIFLI" userId="493c6823-4367-4460-83e5-12988eee07d0" providerId="ADAL" clId="{67B4E9FA-BD04-45D6-98B5-B318BC690D3A}" dt="2024-10-21T05:28:14.417" v="852" actId="478"/>
          <ac:spMkLst>
            <pc:docMk/>
            <pc:sldMk cId="1787694342" sldId="280"/>
            <ac:spMk id="19" creationId="{E7438388-8147-5B18-A651-A5F95C300FF5}"/>
          </ac:spMkLst>
        </pc:spChg>
        <pc:spChg chg="add del mod">
          <ac:chgData name="Muhammad Nur Fadzly BIN ZULKIFLI" userId="493c6823-4367-4460-83e5-12988eee07d0" providerId="ADAL" clId="{67B4E9FA-BD04-45D6-98B5-B318BC690D3A}" dt="2024-10-21T05:25:02.302" v="763" actId="478"/>
          <ac:spMkLst>
            <pc:docMk/>
            <pc:sldMk cId="1787694342" sldId="280"/>
            <ac:spMk id="27" creationId="{E1F6CC1E-83EA-DAFF-36F1-49B97C95CD54}"/>
          </ac:spMkLst>
        </pc:spChg>
        <pc:spChg chg="add mod">
          <ac:chgData name="Muhammad Nur Fadzly BIN ZULKIFLI" userId="493c6823-4367-4460-83e5-12988eee07d0" providerId="ADAL" clId="{67B4E9FA-BD04-45D6-98B5-B318BC690D3A}" dt="2024-10-21T07:07:16.033" v="2304" actId="20577"/>
          <ac:spMkLst>
            <pc:docMk/>
            <pc:sldMk cId="1787694342" sldId="280"/>
            <ac:spMk id="28" creationId="{5CC793BC-FA87-C1AC-C0BA-647BDDEFD9C6}"/>
          </ac:spMkLst>
        </pc:spChg>
        <pc:spChg chg="add mod">
          <ac:chgData name="Muhammad Nur Fadzly BIN ZULKIFLI" userId="493c6823-4367-4460-83e5-12988eee07d0" providerId="ADAL" clId="{67B4E9FA-BD04-45D6-98B5-B318BC690D3A}" dt="2024-10-21T07:07:06.328" v="2299" actId="207"/>
          <ac:spMkLst>
            <pc:docMk/>
            <pc:sldMk cId="1787694342" sldId="280"/>
            <ac:spMk id="29" creationId="{CB339534-1127-CE04-765A-28BD824AA761}"/>
          </ac:spMkLst>
        </pc:spChg>
        <pc:spChg chg="add del mod">
          <ac:chgData name="Muhammad Nur Fadzly BIN ZULKIFLI" userId="493c6823-4367-4460-83e5-12988eee07d0" providerId="ADAL" clId="{67B4E9FA-BD04-45D6-98B5-B318BC690D3A}" dt="2024-10-21T07:02:04.239" v="2149" actId="478"/>
          <ac:spMkLst>
            <pc:docMk/>
            <pc:sldMk cId="1787694342" sldId="280"/>
            <ac:spMk id="31" creationId="{65742CFC-E57E-20C7-ACC4-BEB51E623CD2}"/>
          </ac:spMkLst>
        </pc:spChg>
        <pc:spChg chg="add del mod">
          <ac:chgData name="Muhammad Nur Fadzly BIN ZULKIFLI" userId="493c6823-4367-4460-83e5-12988eee07d0" providerId="ADAL" clId="{67B4E9FA-BD04-45D6-98B5-B318BC690D3A}" dt="2024-10-21T05:28:37.793" v="868" actId="478"/>
          <ac:spMkLst>
            <pc:docMk/>
            <pc:sldMk cId="1787694342" sldId="280"/>
            <ac:spMk id="33" creationId="{FF13D0F1-72A0-57AF-5698-6E513AAE703B}"/>
          </ac:spMkLst>
        </pc:spChg>
        <pc:spChg chg="add mod">
          <ac:chgData name="Muhammad Nur Fadzly BIN ZULKIFLI" userId="493c6823-4367-4460-83e5-12988eee07d0" providerId="ADAL" clId="{67B4E9FA-BD04-45D6-98B5-B318BC690D3A}" dt="2024-10-21T07:07:06.328" v="2299" actId="207"/>
          <ac:spMkLst>
            <pc:docMk/>
            <pc:sldMk cId="1787694342" sldId="280"/>
            <ac:spMk id="34" creationId="{1DC1E4C7-A27A-725D-A136-A76EEF56C041}"/>
          </ac:spMkLst>
        </pc:spChg>
        <pc:spChg chg="add mod">
          <ac:chgData name="Muhammad Nur Fadzly BIN ZULKIFLI" userId="493c6823-4367-4460-83e5-12988eee07d0" providerId="ADAL" clId="{67B4E9FA-BD04-45D6-98B5-B318BC690D3A}" dt="2024-10-21T07:07:00.976" v="2297" actId="207"/>
          <ac:spMkLst>
            <pc:docMk/>
            <pc:sldMk cId="1787694342" sldId="280"/>
            <ac:spMk id="36" creationId="{07BB3977-5B7F-F381-0445-DFA29D4C0FB2}"/>
          </ac:spMkLst>
        </pc:spChg>
        <pc:spChg chg="add del mod">
          <ac:chgData name="Muhammad Nur Fadzly BIN ZULKIFLI" userId="493c6823-4367-4460-83e5-12988eee07d0" providerId="ADAL" clId="{67B4E9FA-BD04-45D6-98B5-B318BC690D3A}" dt="2024-10-21T05:35:23.606" v="957" actId="478"/>
          <ac:spMkLst>
            <pc:docMk/>
            <pc:sldMk cId="1787694342" sldId="280"/>
            <ac:spMk id="37" creationId="{B3C17C52-C2E5-76D3-BF74-F066F14F2E81}"/>
          </ac:spMkLst>
        </pc:spChg>
        <pc:spChg chg="add mod">
          <ac:chgData name="Muhammad Nur Fadzly BIN ZULKIFLI" userId="493c6823-4367-4460-83e5-12988eee07d0" providerId="ADAL" clId="{67B4E9FA-BD04-45D6-98B5-B318BC690D3A}" dt="2024-10-21T07:07:00.976" v="2297" actId="207"/>
          <ac:spMkLst>
            <pc:docMk/>
            <pc:sldMk cId="1787694342" sldId="280"/>
            <ac:spMk id="38" creationId="{9A4ED3EE-F942-879A-0E32-3DC661C0D6C6}"/>
          </ac:spMkLst>
        </pc:spChg>
        <pc:spChg chg="mod topLvl">
          <ac:chgData name="Muhammad Nur Fadzly BIN ZULKIFLI" userId="493c6823-4367-4460-83e5-12988eee07d0" providerId="ADAL" clId="{67B4E9FA-BD04-45D6-98B5-B318BC690D3A}" dt="2024-10-21T05:42:04.079" v="1022" actId="164"/>
          <ac:spMkLst>
            <pc:docMk/>
            <pc:sldMk cId="1787694342" sldId="280"/>
            <ac:spMk id="41" creationId="{69B0821F-26E4-E966-1836-17F4A5608C15}"/>
          </ac:spMkLst>
        </pc:spChg>
        <pc:spChg chg="mod topLvl">
          <ac:chgData name="Muhammad Nur Fadzly BIN ZULKIFLI" userId="493c6823-4367-4460-83e5-12988eee07d0" providerId="ADAL" clId="{67B4E9FA-BD04-45D6-98B5-B318BC690D3A}" dt="2024-10-21T05:42:04.079" v="1022" actId="164"/>
          <ac:spMkLst>
            <pc:docMk/>
            <pc:sldMk cId="1787694342" sldId="280"/>
            <ac:spMk id="42" creationId="{F0C59CDD-6A27-7B18-6188-16A8AACF90B7}"/>
          </ac:spMkLst>
        </pc:spChg>
        <pc:spChg chg="mod topLvl">
          <ac:chgData name="Muhammad Nur Fadzly BIN ZULKIFLI" userId="493c6823-4367-4460-83e5-12988eee07d0" providerId="ADAL" clId="{67B4E9FA-BD04-45D6-98B5-B318BC690D3A}" dt="2024-10-21T05:42:04.079" v="1022" actId="164"/>
          <ac:spMkLst>
            <pc:docMk/>
            <pc:sldMk cId="1787694342" sldId="280"/>
            <ac:spMk id="44" creationId="{78DB7EE9-AEC5-B4E8-438C-DD0D9E3110E1}"/>
          </ac:spMkLst>
        </pc:spChg>
        <pc:spChg chg="add mod">
          <ac:chgData name="Muhammad Nur Fadzly BIN ZULKIFLI" userId="493c6823-4367-4460-83e5-12988eee07d0" providerId="ADAL" clId="{67B4E9FA-BD04-45D6-98B5-B318BC690D3A}" dt="2024-10-21T07:07:06.328" v="2299" actId="207"/>
          <ac:spMkLst>
            <pc:docMk/>
            <pc:sldMk cId="1787694342" sldId="280"/>
            <ac:spMk id="48" creationId="{0AA66C4A-3357-A86A-F44B-F3CD8C8E203D}"/>
          </ac:spMkLst>
        </pc:spChg>
        <pc:grpChg chg="add del mod">
          <ac:chgData name="Muhammad Nur Fadzly BIN ZULKIFLI" userId="493c6823-4367-4460-83e5-12988eee07d0" providerId="ADAL" clId="{67B4E9FA-BD04-45D6-98B5-B318BC690D3A}" dt="2024-10-21T05:41:19.122" v="1008" actId="165"/>
          <ac:grpSpMkLst>
            <pc:docMk/>
            <pc:sldMk cId="1787694342" sldId="280"/>
            <ac:grpSpMk id="40" creationId="{70B8838F-A175-6446-3717-E0D7A2DA1C12}"/>
          </ac:grpSpMkLst>
        </pc:grpChg>
        <pc:grpChg chg="add mod">
          <ac:chgData name="Muhammad Nur Fadzly BIN ZULKIFLI" userId="493c6823-4367-4460-83e5-12988eee07d0" providerId="ADAL" clId="{67B4E9FA-BD04-45D6-98B5-B318BC690D3A}" dt="2024-10-21T05:42:11.695" v="1025" actId="1076"/>
          <ac:grpSpMkLst>
            <pc:docMk/>
            <pc:sldMk cId="1787694342" sldId="280"/>
            <ac:grpSpMk id="45" creationId="{E7ACACB6-E63C-39D0-73B9-E1C9B4EE39C8}"/>
          </ac:grpSpMkLst>
        </pc:grpChg>
        <pc:picChg chg="add del mod">
          <ac:chgData name="Muhammad Nur Fadzly BIN ZULKIFLI" userId="493c6823-4367-4460-83e5-12988eee07d0" providerId="ADAL" clId="{67B4E9FA-BD04-45D6-98B5-B318BC690D3A}" dt="2024-10-21T05:28:18.102" v="856" actId="478"/>
          <ac:picMkLst>
            <pc:docMk/>
            <pc:sldMk cId="1787694342" sldId="280"/>
            <ac:picMk id="21" creationId="{ABA13346-C797-CE1C-1C7E-CA5D5082FB2C}"/>
          </ac:picMkLst>
        </pc:picChg>
        <pc:picChg chg="add del mod">
          <ac:chgData name="Muhammad Nur Fadzly BIN ZULKIFLI" userId="493c6823-4367-4460-83e5-12988eee07d0" providerId="ADAL" clId="{67B4E9FA-BD04-45D6-98B5-B318BC690D3A}" dt="2024-10-21T05:18:11.621" v="754" actId="478"/>
          <ac:picMkLst>
            <pc:docMk/>
            <pc:sldMk cId="1787694342" sldId="280"/>
            <ac:picMk id="23" creationId="{F1ADB0C1-1906-96DD-D55E-E2C94DF4A250}"/>
          </ac:picMkLst>
        </pc:picChg>
        <pc:picChg chg="add mod">
          <ac:chgData name="Muhammad Nur Fadzly BIN ZULKIFLI" userId="493c6823-4367-4460-83e5-12988eee07d0" providerId="ADAL" clId="{67B4E9FA-BD04-45D6-98B5-B318BC690D3A}" dt="2024-10-21T07:03:49.690" v="2204" actId="1076"/>
          <ac:picMkLst>
            <pc:docMk/>
            <pc:sldMk cId="1787694342" sldId="280"/>
            <ac:picMk id="25" creationId="{A8554086-D997-E525-F8B9-BD313EA5DD42}"/>
          </ac:picMkLst>
        </pc:picChg>
        <pc:picChg chg="add del mod">
          <ac:chgData name="Muhammad Nur Fadzly BIN ZULKIFLI" userId="493c6823-4367-4460-83e5-12988eee07d0" providerId="ADAL" clId="{67B4E9FA-BD04-45D6-98B5-B318BC690D3A}" dt="2024-10-21T07:00:09.560" v="2109" actId="478"/>
          <ac:picMkLst>
            <pc:docMk/>
            <pc:sldMk cId="1787694342" sldId="280"/>
            <ac:picMk id="30" creationId="{148B8498-4A6F-D71F-B9FA-D77E87D08FA3}"/>
          </ac:picMkLst>
        </pc:picChg>
        <pc:picChg chg="add del mod">
          <ac:chgData name="Muhammad Nur Fadzly BIN ZULKIFLI" userId="493c6823-4367-4460-83e5-12988eee07d0" providerId="ADAL" clId="{67B4E9FA-BD04-45D6-98B5-B318BC690D3A}" dt="2024-10-21T07:00:09.972" v="2110" actId="478"/>
          <ac:picMkLst>
            <pc:docMk/>
            <pc:sldMk cId="1787694342" sldId="280"/>
            <ac:picMk id="32" creationId="{35173E77-38DE-B33E-12CF-E9914F2C96BC}"/>
          </ac:picMkLst>
        </pc:picChg>
        <pc:picChg chg="add del mod">
          <ac:chgData name="Muhammad Nur Fadzly BIN ZULKIFLI" userId="493c6823-4367-4460-83e5-12988eee07d0" providerId="ADAL" clId="{67B4E9FA-BD04-45D6-98B5-B318BC690D3A}" dt="2024-10-21T07:00:10.480" v="2111" actId="478"/>
          <ac:picMkLst>
            <pc:docMk/>
            <pc:sldMk cId="1787694342" sldId="280"/>
            <ac:picMk id="35" creationId="{59F12913-3234-7D6D-F8BE-CB3D2E60AFB7}"/>
          </ac:picMkLst>
        </pc:picChg>
        <pc:picChg chg="add mod ord">
          <ac:chgData name="Muhammad Nur Fadzly BIN ZULKIFLI" userId="493c6823-4367-4460-83e5-12988eee07d0" providerId="ADAL" clId="{67B4E9FA-BD04-45D6-98B5-B318BC690D3A}" dt="2024-10-21T05:42:04.079" v="1022" actId="164"/>
          <ac:picMkLst>
            <pc:docMk/>
            <pc:sldMk cId="1787694342" sldId="280"/>
            <ac:picMk id="39" creationId="{27214F60-144E-A751-11A5-0BBC6FC0B223}"/>
          </ac:picMkLst>
        </pc:picChg>
        <pc:picChg chg="del mod topLvl">
          <ac:chgData name="Muhammad Nur Fadzly BIN ZULKIFLI" userId="493c6823-4367-4460-83e5-12988eee07d0" providerId="ADAL" clId="{67B4E9FA-BD04-45D6-98B5-B318BC690D3A}" dt="2024-10-21T05:41:20.355" v="1009" actId="478"/>
          <ac:picMkLst>
            <pc:docMk/>
            <pc:sldMk cId="1787694342" sldId="280"/>
            <ac:picMk id="43" creationId="{CCAEE04F-F188-DCDF-0314-3C7D8E47BD46}"/>
          </ac:picMkLst>
        </pc:picChg>
        <pc:picChg chg="add del mod">
          <ac:chgData name="Muhammad Nur Fadzly BIN ZULKIFLI" userId="493c6823-4367-4460-83e5-12988eee07d0" providerId="ADAL" clId="{67B4E9FA-BD04-45D6-98B5-B318BC690D3A}" dt="2024-10-21T07:01:30.733" v="2138" actId="478"/>
          <ac:picMkLst>
            <pc:docMk/>
            <pc:sldMk cId="1787694342" sldId="280"/>
            <ac:picMk id="46" creationId="{DC0AB1D9-F5DC-7217-151C-BD6A4738D885}"/>
          </ac:picMkLst>
        </pc:picChg>
        <pc:picChg chg="add mod">
          <ac:chgData name="Muhammad Nur Fadzly BIN ZULKIFLI" userId="493c6823-4367-4460-83e5-12988eee07d0" providerId="ADAL" clId="{67B4E9FA-BD04-45D6-98B5-B318BC690D3A}" dt="2024-10-21T07:03:47.340" v="2203" actId="1076"/>
          <ac:picMkLst>
            <pc:docMk/>
            <pc:sldMk cId="1787694342" sldId="280"/>
            <ac:picMk id="47" creationId="{A1CB8FFA-C3D9-2B0F-E75A-1727163A5D84}"/>
          </ac:picMkLst>
        </pc:picChg>
        <pc:picChg chg="add mod">
          <ac:chgData name="Muhammad Nur Fadzly BIN ZULKIFLI" userId="493c6823-4367-4460-83e5-12988eee07d0" providerId="ADAL" clId="{67B4E9FA-BD04-45D6-98B5-B318BC690D3A}" dt="2024-10-21T07:04:26.172" v="2219" actId="1076"/>
          <ac:picMkLst>
            <pc:docMk/>
            <pc:sldMk cId="1787694342" sldId="280"/>
            <ac:picMk id="49" creationId="{17D52D21-7D52-858C-E189-0025344B240A}"/>
          </ac:picMkLst>
        </pc:picChg>
        <pc:picChg chg="add mod">
          <ac:chgData name="Muhammad Nur Fadzly BIN ZULKIFLI" userId="493c6823-4367-4460-83e5-12988eee07d0" providerId="ADAL" clId="{67B4E9FA-BD04-45D6-98B5-B318BC690D3A}" dt="2024-10-21T07:04:45.091" v="2224" actId="1076"/>
          <ac:picMkLst>
            <pc:docMk/>
            <pc:sldMk cId="1787694342" sldId="280"/>
            <ac:picMk id="50" creationId="{1BF34DDC-DA3E-3033-A45E-4D38494D6FDD}"/>
          </ac:picMkLst>
        </pc:picChg>
        <pc:picChg chg="add del mod">
          <ac:chgData name="Muhammad Nur Fadzly BIN ZULKIFLI" userId="493c6823-4367-4460-83e5-12988eee07d0" providerId="ADAL" clId="{67B4E9FA-BD04-45D6-98B5-B318BC690D3A}" dt="2024-10-21T10:54:56.917" v="2443" actId="478"/>
          <ac:picMkLst>
            <pc:docMk/>
            <pc:sldMk cId="1787694342" sldId="280"/>
            <ac:picMk id="52" creationId="{3BCA6B26-0C0A-4726-6AD1-1BA732E483E3}"/>
          </ac:picMkLst>
        </pc:picChg>
      </pc:sldChg>
      <pc:sldChg chg="addSp delSp modSp add mod setBg">
        <pc:chgData name="Muhammad Nur Fadzly BIN ZULKIFLI" userId="493c6823-4367-4460-83e5-12988eee07d0" providerId="ADAL" clId="{67B4E9FA-BD04-45D6-98B5-B318BC690D3A}" dt="2024-10-21T09:09:38.600" v="2382" actId="167"/>
        <pc:sldMkLst>
          <pc:docMk/>
          <pc:sldMk cId="1964914150" sldId="282"/>
        </pc:sldMkLst>
        <pc:spChg chg="mod">
          <ac:chgData name="Muhammad Nur Fadzly BIN ZULKIFLI" userId="493c6823-4367-4460-83e5-12988eee07d0" providerId="ADAL" clId="{67B4E9FA-BD04-45D6-98B5-B318BC690D3A}" dt="2024-10-21T05:51:17.166" v="1168" actId="207"/>
          <ac:spMkLst>
            <pc:docMk/>
            <pc:sldMk cId="1964914150" sldId="282"/>
            <ac:spMk id="3" creationId="{AB0D0C9B-4847-29D7-F97A-F9A0915EEC4F}"/>
          </ac:spMkLst>
        </pc:spChg>
        <pc:spChg chg="add del mod">
          <ac:chgData name="Muhammad Nur Fadzly BIN ZULKIFLI" userId="493c6823-4367-4460-83e5-12988eee07d0" providerId="ADAL" clId="{67B4E9FA-BD04-45D6-98B5-B318BC690D3A}" dt="2024-10-21T05:46:03.102" v="1066" actId="478"/>
          <ac:spMkLst>
            <pc:docMk/>
            <pc:sldMk cId="1964914150" sldId="282"/>
            <ac:spMk id="4" creationId="{B8EB5CF2-25BE-2C66-56F0-3534EA51B14E}"/>
          </ac:spMkLst>
        </pc:spChg>
        <pc:spChg chg="mod topLvl">
          <ac:chgData name="Muhammad Nur Fadzly BIN ZULKIFLI" userId="493c6823-4367-4460-83e5-12988eee07d0" providerId="ADAL" clId="{67B4E9FA-BD04-45D6-98B5-B318BC690D3A}" dt="2024-10-21T05:49:48.332" v="1122" actId="164"/>
          <ac:spMkLst>
            <pc:docMk/>
            <pc:sldMk cId="1964914150" sldId="282"/>
            <ac:spMk id="6" creationId="{53560C5C-5F11-8FA5-09B0-1952682DA12D}"/>
          </ac:spMkLst>
        </pc:spChg>
        <pc:spChg chg="mod topLvl">
          <ac:chgData name="Muhammad Nur Fadzly BIN ZULKIFLI" userId="493c6823-4367-4460-83e5-12988eee07d0" providerId="ADAL" clId="{67B4E9FA-BD04-45D6-98B5-B318BC690D3A}" dt="2024-10-21T05:49:48.332" v="1122" actId="164"/>
          <ac:spMkLst>
            <pc:docMk/>
            <pc:sldMk cId="1964914150" sldId="282"/>
            <ac:spMk id="7" creationId="{20CD233F-3462-2419-4C70-27A2DB9546A6}"/>
          </ac:spMkLst>
        </pc:spChg>
        <pc:spChg chg="mod topLvl">
          <ac:chgData name="Muhammad Nur Fadzly BIN ZULKIFLI" userId="493c6823-4367-4460-83e5-12988eee07d0" providerId="ADAL" clId="{67B4E9FA-BD04-45D6-98B5-B318BC690D3A}" dt="2024-10-21T05:49:48.332" v="1122" actId="164"/>
          <ac:spMkLst>
            <pc:docMk/>
            <pc:sldMk cId="1964914150" sldId="282"/>
            <ac:spMk id="8" creationId="{F79E8EC2-B40C-AFC3-3F7E-7AD4EEC51BDF}"/>
          </ac:spMkLst>
        </pc:spChg>
        <pc:spChg chg="add mod ord">
          <ac:chgData name="Muhammad Nur Fadzly BIN ZULKIFLI" userId="493c6823-4367-4460-83e5-12988eee07d0" providerId="ADAL" clId="{67B4E9FA-BD04-45D6-98B5-B318BC690D3A}" dt="2024-10-21T09:09:38.600" v="2382" actId="167"/>
          <ac:spMkLst>
            <pc:docMk/>
            <pc:sldMk cId="1964914150" sldId="282"/>
            <ac:spMk id="11" creationId="{0AADA7B2-64FE-DA5B-E542-394C46FEC866}"/>
          </ac:spMkLst>
        </pc:spChg>
        <pc:spChg chg="add mod">
          <ac:chgData name="Muhammad Nur Fadzly BIN ZULKIFLI" userId="493c6823-4367-4460-83e5-12988eee07d0" providerId="ADAL" clId="{67B4E9FA-BD04-45D6-98B5-B318BC690D3A}" dt="2024-10-21T05:51:04.335" v="1167" actId="1076"/>
          <ac:spMkLst>
            <pc:docMk/>
            <pc:sldMk cId="1964914150" sldId="282"/>
            <ac:spMk id="13" creationId="{874FE138-F943-2840-4AD6-A444C71C37D8}"/>
          </ac:spMkLst>
        </pc:spChg>
        <pc:spChg chg="del">
          <ac:chgData name="Muhammad Nur Fadzly BIN ZULKIFLI" userId="493c6823-4367-4460-83e5-12988eee07d0" providerId="ADAL" clId="{67B4E9FA-BD04-45D6-98B5-B318BC690D3A}" dt="2024-10-21T05:46:00.408" v="1065" actId="478"/>
          <ac:spMkLst>
            <pc:docMk/>
            <pc:sldMk cId="1964914150" sldId="282"/>
            <ac:spMk id="28" creationId="{5CC793BC-FA87-C1AC-C0BA-647BDDEFD9C6}"/>
          </ac:spMkLst>
        </pc:spChg>
        <pc:spChg chg="del">
          <ac:chgData name="Muhammad Nur Fadzly BIN ZULKIFLI" userId="493c6823-4367-4460-83e5-12988eee07d0" providerId="ADAL" clId="{67B4E9FA-BD04-45D6-98B5-B318BC690D3A}" dt="2024-10-21T05:46:00.408" v="1065" actId="478"/>
          <ac:spMkLst>
            <pc:docMk/>
            <pc:sldMk cId="1964914150" sldId="282"/>
            <ac:spMk id="29" creationId="{CB339534-1127-CE04-765A-28BD824AA761}"/>
          </ac:spMkLst>
        </pc:spChg>
        <pc:spChg chg="del">
          <ac:chgData name="Muhammad Nur Fadzly BIN ZULKIFLI" userId="493c6823-4367-4460-83e5-12988eee07d0" providerId="ADAL" clId="{67B4E9FA-BD04-45D6-98B5-B318BC690D3A}" dt="2024-10-21T05:46:00.408" v="1065" actId="478"/>
          <ac:spMkLst>
            <pc:docMk/>
            <pc:sldMk cId="1964914150" sldId="282"/>
            <ac:spMk id="31" creationId="{65742CFC-E57E-20C7-ACC4-BEB51E623CD2}"/>
          </ac:spMkLst>
        </pc:spChg>
        <pc:spChg chg="del">
          <ac:chgData name="Muhammad Nur Fadzly BIN ZULKIFLI" userId="493c6823-4367-4460-83e5-12988eee07d0" providerId="ADAL" clId="{67B4E9FA-BD04-45D6-98B5-B318BC690D3A}" dt="2024-10-21T05:46:00.408" v="1065" actId="478"/>
          <ac:spMkLst>
            <pc:docMk/>
            <pc:sldMk cId="1964914150" sldId="282"/>
            <ac:spMk id="34" creationId="{1DC1E4C7-A27A-725D-A136-A76EEF56C041}"/>
          </ac:spMkLst>
        </pc:spChg>
        <pc:spChg chg="mod">
          <ac:chgData name="Muhammad Nur Fadzly BIN ZULKIFLI" userId="493c6823-4367-4460-83e5-12988eee07d0" providerId="ADAL" clId="{67B4E9FA-BD04-45D6-98B5-B318BC690D3A}" dt="2024-10-21T09:08:37.188" v="2380" actId="208"/>
          <ac:spMkLst>
            <pc:docMk/>
            <pc:sldMk cId="1964914150" sldId="282"/>
            <ac:spMk id="36" creationId="{07BB3977-5B7F-F381-0445-DFA29D4C0FB2}"/>
          </ac:spMkLst>
        </pc:spChg>
        <pc:spChg chg="del">
          <ac:chgData name="Muhammad Nur Fadzly BIN ZULKIFLI" userId="493c6823-4367-4460-83e5-12988eee07d0" providerId="ADAL" clId="{67B4E9FA-BD04-45D6-98B5-B318BC690D3A}" dt="2024-10-21T05:46:15.271" v="1068" actId="478"/>
          <ac:spMkLst>
            <pc:docMk/>
            <pc:sldMk cId="1964914150" sldId="282"/>
            <ac:spMk id="38" creationId="{9A4ED3EE-F942-879A-0E32-3DC661C0D6C6}"/>
          </ac:spMkLst>
        </pc:spChg>
        <pc:grpChg chg="add del mod">
          <ac:chgData name="Muhammad Nur Fadzly BIN ZULKIFLI" userId="493c6823-4367-4460-83e5-12988eee07d0" providerId="ADAL" clId="{67B4E9FA-BD04-45D6-98B5-B318BC690D3A}" dt="2024-10-21T05:49:25.532" v="1119" actId="165"/>
          <ac:grpSpMkLst>
            <pc:docMk/>
            <pc:sldMk cId="1964914150" sldId="282"/>
            <ac:grpSpMk id="5" creationId="{B7ECA37D-979D-B86D-4B78-5C0EF30EDA16}"/>
          </ac:grpSpMkLst>
        </pc:grpChg>
        <pc:grpChg chg="add mod">
          <ac:chgData name="Muhammad Nur Fadzly BIN ZULKIFLI" userId="493c6823-4367-4460-83e5-12988eee07d0" providerId="ADAL" clId="{67B4E9FA-BD04-45D6-98B5-B318BC690D3A}" dt="2024-10-21T05:49:33.499" v="1121" actId="338"/>
          <ac:grpSpMkLst>
            <pc:docMk/>
            <pc:sldMk cId="1964914150" sldId="282"/>
            <ac:grpSpMk id="11" creationId="{1D515657-7E1A-A852-5624-5ED331668577}"/>
          </ac:grpSpMkLst>
        </pc:grpChg>
        <pc:grpChg chg="add mod">
          <ac:chgData name="Muhammad Nur Fadzly BIN ZULKIFLI" userId="493c6823-4367-4460-83e5-12988eee07d0" providerId="ADAL" clId="{67B4E9FA-BD04-45D6-98B5-B318BC690D3A}" dt="2024-10-21T05:49:48.332" v="1122" actId="164"/>
          <ac:grpSpMkLst>
            <pc:docMk/>
            <pc:sldMk cId="1964914150" sldId="282"/>
            <ac:grpSpMk id="12" creationId="{626B66E1-659A-7319-77D2-991CE09D74E1}"/>
          </ac:grpSpMkLst>
        </pc:grpChg>
        <pc:grpChg chg="del">
          <ac:chgData name="Muhammad Nur Fadzly BIN ZULKIFLI" userId="493c6823-4367-4460-83e5-12988eee07d0" providerId="ADAL" clId="{67B4E9FA-BD04-45D6-98B5-B318BC690D3A}" dt="2024-10-21T05:46:13.840" v="1067" actId="478"/>
          <ac:grpSpMkLst>
            <pc:docMk/>
            <pc:sldMk cId="1964914150" sldId="282"/>
            <ac:grpSpMk id="45" creationId="{E7ACACB6-E63C-39D0-73B9-E1C9B4EE39C8}"/>
          </ac:grpSpMkLst>
        </pc:grpChg>
        <pc:picChg chg="add mod">
          <ac:chgData name="Muhammad Nur Fadzly BIN ZULKIFLI" userId="493c6823-4367-4460-83e5-12988eee07d0" providerId="ADAL" clId="{67B4E9FA-BD04-45D6-98B5-B318BC690D3A}" dt="2024-10-21T09:06:24.253" v="2362" actId="1076"/>
          <ac:picMkLst>
            <pc:docMk/>
            <pc:sldMk cId="1964914150" sldId="282"/>
            <ac:picMk id="2" creationId="{1D01C2BC-03BD-E588-73F2-A2A4609F2F75}"/>
          </ac:picMkLst>
        </pc:picChg>
        <pc:picChg chg="del mod">
          <ac:chgData name="Muhammad Nur Fadzly BIN ZULKIFLI" userId="493c6823-4367-4460-83e5-12988eee07d0" providerId="ADAL" clId="{67B4E9FA-BD04-45D6-98B5-B318BC690D3A}" dt="2024-10-21T05:47:57.684" v="1107" actId="478"/>
          <ac:picMkLst>
            <pc:docMk/>
            <pc:sldMk cId="1964914150" sldId="282"/>
            <ac:picMk id="9" creationId="{891476DB-D63A-943C-1818-501FCD820FEC}"/>
          </ac:picMkLst>
        </pc:picChg>
        <pc:picChg chg="add mod">
          <ac:chgData name="Muhammad Nur Fadzly BIN ZULKIFLI" userId="493c6823-4367-4460-83e5-12988eee07d0" providerId="ADAL" clId="{67B4E9FA-BD04-45D6-98B5-B318BC690D3A}" dt="2024-10-21T05:48:09.187" v="1109" actId="1076"/>
          <ac:picMkLst>
            <pc:docMk/>
            <pc:sldMk cId="1964914150" sldId="282"/>
            <ac:picMk id="10" creationId="{D9CCA449-D118-448F-8A3D-C0C6FD6642D3}"/>
          </ac:picMkLst>
        </pc:picChg>
        <pc:picChg chg="del">
          <ac:chgData name="Muhammad Nur Fadzly BIN ZULKIFLI" userId="493c6823-4367-4460-83e5-12988eee07d0" providerId="ADAL" clId="{67B4E9FA-BD04-45D6-98B5-B318BC690D3A}" dt="2024-10-21T05:46:00.408" v="1065" actId="478"/>
          <ac:picMkLst>
            <pc:docMk/>
            <pc:sldMk cId="1964914150" sldId="282"/>
            <ac:picMk id="25" creationId="{A8554086-D997-E525-F8B9-BD313EA5DD42}"/>
          </ac:picMkLst>
        </pc:picChg>
        <pc:picChg chg="del">
          <ac:chgData name="Muhammad Nur Fadzly BIN ZULKIFLI" userId="493c6823-4367-4460-83e5-12988eee07d0" providerId="ADAL" clId="{67B4E9FA-BD04-45D6-98B5-B318BC690D3A}" dt="2024-10-21T05:46:00.408" v="1065" actId="478"/>
          <ac:picMkLst>
            <pc:docMk/>
            <pc:sldMk cId="1964914150" sldId="282"/>
            <ac:picMk id="30" creationId="{148B8498-4A6F-D71F-B9FA-D77E87D08FA3}"/>
          </ac:picMkLst>
        </pc:picChg>
        <pc:picChg chg="del">
          <ac:chgData name="Muhammad Nur Fadzly BIN ZULKIFLI" userId="493c6823-4367-4460-83e5-12988eee07d0" providerId="ADAL" clId="{67B4E9FA-BD04-45D6-98B5-B318BC690D3A}" dt="2024-10-21T05:46:00.408" v="1065" actId="478"/>
          <ac:picMkLst>
            <pc:docMk/>
            <pc:sldMk cId="1964914150" sldId="282"/>
            <ac:picMk id="32" creationId="{35173E77-38DE-B33E-12CF-E9914F2C96BC}"/>
          </ac:picMkLst>
        </pc:picChg>
        <pc:picChg chg="del">
          <ac:chgData name="Muhammad Nur Fadzly BIN ZULKIFLI" userId="493c6823-4367-4460-83e5-12988eee07d0" providerId="ADAL" clId="{67B4E9FA-BD04-45D6-98B5-B318BC690D3A}" dt="2024-10-21T05:46:00.408" v="1065" actId="478"/>
          <ac:picMkLst>
            <pc:docMk/>
            <pc:sldMk cId="1964914150" sldId="282"/>
            <ac:picMk id="35" creationId="{59F12913-3234-7D6D-F8BE-CB3D2E60AFB7}"/>
          </ac:picMkLst>
        </pc:picChg>
      </pc:sldChg>
      <pc:sldChg chg="addSp delSp modSp add del mod setBg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1325259570" sldId="283"/>
        </pc:sldMkLst>
        <pc:spChg chg="mod">
          <ac:chgData name="Muhammad Nur Fadzly BIN ZULKIFLI" userId="493c6823-4367-4460-83e5-12988eee07d0" providerId="ADAL" clId="{67B4E9FA-BD04-45D6-98B5-B318BC690D3A}" dt="2024-10-21T05:55:23.761" v="1188" actId="207"/>
          <ac:spMkLst>
            <pc:docMk/>
            <pc:sldMk cId="1325259570" sldId="283"/>
            <ac:spMk id="3" creationId="{AB0D0C9B-4847-29D7-F97A-F9A0915EEC4F}"/>
          </ac:spMkLst>
        </pc:spChg>
        <pc:spChg chg="add del mod">
          <ac:chgData name="Muhammad Nur Fadzly BIN ZULKIFLI" userId="493c6823-4367-4460-83e5-12988eee07d0" providerId="ADAL" clId="{67B4E9FA-BD04-45D6-98B5-B318BC690D3A}" dt="2024-10-21T05:55:56.365" v="1192" actId="478"/>
          <ac:spMkLst>
            <pc:docMk/>
            <pc:sldMk cId="1325259570" sldId="283"/>
            <ac:spMk id="4" creationId="{BD67BF32-150D-F24F-CF97-4949745830FC}"/>
          </ac:spMkLst>
        </pc:spChg>
        <pc:spChg chg="add del mod">
          <ac:chgData name="Muhammad Nur Fadzly BIN ZULKIFLI" userId="493c6823-4367-4460-83e5-12988eee07d0" providerId="ADAL" clId="{67B4E9FA-BD04-45D6-98B5-B318BC690D3A}" dt="2024-10-21T06:06:00.725" v="1231" actId="478"/>
          <ac:spMkLst>
            <pc:docMk/>
            <pc:sldMk cId="1325259570" sldId="283"/>
            <ac:spMk id="5" creationId="{EB980D55-F9B6-578C-F904-AF22DC58E583}"/>
          </ac:spMkLst>
        </pc:spChg>
        <pc:spChg chg="del">
          <ac:chgData name="Muhammad Nur Fadzly BIN ZULKIFLI" userId="493c6823-4367-4460-83e5-12988eee07d0" providerId="ADAL" clId="{67B4E9FA-BD04-45D6-98B5-B318BC690D3A}" dt="2024-10-21T05:55:42.709" v="1190" actId="478"/>
          <ac:spMkLst>
            <pc:docMk/>
            <pc:sldMk cId="1325259570" sldId="283"/>
            <ac:spMk id="13" creationId="{874FE138-F943-2840-4AD6-A444C71C37D8}"/>
          </ac:spMkLst>
        </pc:spChg>
        <pc:spChg chg="add mod">
          <ac:chgData name="Muhammad Nur Fadzly BIN ZULKIFLI" userId="493c6823-4367-4460-83e5-12988eee07d0" providerId="ADAL" clId="{67B4E9FA-BD04-45D6-98B5-B318BC690D3A}" dt="2024-10-21T06:06:00.725" v="1231" actId="478"/>
          <ac:spMkLst>
            <pc:docMk/>
            <pc:sldMk cId="1325259570" sldId="283"/>
            <ac:spMk id="17" creationId="{72BA46E3-23D0-56C3-F436-816395628896}"/>
          </ac:spMkLst>
        </pc:spChg>
        <pc:spChg chg="del">
          <ac:chgData name="Muhammad Nur Fadzly BIN ZULKIFLI" userId="493c6823-4367-4460-83e5-12988eee07d0" providerId="ADAL" clId="{67B4E9FA-BD04-45D6-98B5-B318BC690D3A}" dt="2024-10-21T05:55:42.709" v="1190" actId="478"/>
          <ac:spMkLst>
            <pc:docMk/>
            <pc:sldMk cId="1325259570" sldId="283"/>
            <ac:spMk id="36" creationId="{07BB3977-5B7F-F381-0445-DFA29D4C0FB2}"/>
          </ac:spMkLst>
        </pc:spChg>
        <pc:grpChg chg="del">
          <ac:chgData name="Muhammad Nur Fadzly BIN ZULKIFLI" userId="493c6823-4367-4460-83e5-12988eee07d0" providerId="ADAL" clId="{67B4E9FA-BD04-45D6-98B5-B318BC690D3A}" dt="2024-10-21T05:55:44.435" v="1191" actId="478"/>
          <ac:grpSpMkLst>
            <pc:docMk/>
            <pc:sldMk cId="1325259570" sldId="283"/>
            <ac:grpSpMk id="12" creationId="{626B66E1-659A-7319-77D2-991CE09D74E1}"/>
          </ac:grpSpMkLst>
        </pc:grpChg>
        <pc:picChg chg="del">
          <ac:chgData name="Muhammad Nur Fadzly BIN ZULKIFLI" userId="493c6823-4367-4460-83e5-12988eee07d0" providerId="ADAL" clId="{67B4E9FA-BD04-45D6-98B5-B318BC690D3A}" dt="2024-10-21T05:55:44.435" v="1191" actId="478"/>
          <ac:picMkLst>
            <pc:docMk/>
            <pc:sldMk cId="1325259570" sldId="283"/>
            <ac:picMk id="10" creationId="{D9CCA449-D118-448F-8A3D-C0C6FD6642D3}"/>
          </ac:picMkLst>
        </pc:picChg>
        <pc:picChg chg="add mod">
          <ac:chgData name="Muhammad Nur Fadzly BIN ZULKIFLI" userId="493c6823-4367-4460-83e5-12988eee07d0" providerId="ADAL" clId="{67B4E9FA-BD04-45D6-98B5-B318BC690D3A}" dt="2024-10-21T05:59:18.719" v="1200" actId="1076"/>
          <ac:picMkLst>
            <pc:docMk/>
            <pc:sldMk cId="1325259570" sldId="283"/>
            <ac:picMk id="11" creationId="{F7F483D6-F61E-E7A2-AB72-D449D91BE899}"/>
          </ac:picMkLst>
        </pc:picChg>
        <pc:picChg chg="add del mod ord">
          <ac:chgData name="Muhammad Nur Fadzly BIN ZULKIFLI" userId="493c6823-4367-4460-83e5-12988eee07d0" providerId="ADAL" clId="{67B4E9FA-BD04-45D6-98B5-B318BC690D3A}" dt="2024-10-21T06:05:59.262" v="1230" actId="478"/>
          <ac:picMkLst>
            <pc:docMk/>
            <pc:sldMk cId="1325259570" sldId="283"/>
            <ac:picMk id="15" creationId="{EDD5216A-636C-753A-3DF0-E0E7FCA0D74A}"/>
          </ac:picMkLst>
        </pc:picChg>
      </pc:sldChg>
      <pc:sldChg chg="modSp add del mod or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3315262665" sldId="284"/>
        </pc:sldMkLst>
        <pc:spChg chg="mod">
          <ac:chgData name="Muhammad Nur Fadzly BIN ZULKIFLI" userId="493c6823-4367-4460-83e5-12988eee07d0" providerId="ADAL" clId="{67B4E9FA-BD04-45D6-98B5-B318BC690D3A}" dt="2024-10-21T06:52:16.070" v="2054" actId="20577"/>
          <ac:spMkLst>
            <pc:docMk/>
            <pc:sldMk cId="3315262665" sldId="284"/>
            <ac:spMk id="3" creationId="{D4C57771-650D-30A4-BECD-3F9F2E72AFCB}"/>
          </ac:spMkLst>
        </pc:spChg>
      </pc:sldChg>
      <pc:sldChg chg="add del mod or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1972750085" sldId="285"/>
        </pc:sldMkLst>
      </pc:sldChg>
      <pc:sldChg chg="addSp delSp modSp add mod setBg modClrScheme addAnim delAnim modAnim chgLayout">
        <pc:chgData name="Muhammad Nur Fadzly BIN ZULKIFLI" userId="493c6823-4367-4460-83e5-12988eee07d0" providerId="ADAL" clId="{67B4E9FA-BD04-45D6-98B5-B318BC690D3A}" dt="2024-10-21T14:46:47.655" v="4498" actId="1076"/>
        <pc:sldMkLst>
          <pc:docMk/>
          <pc:sldMk cId="1527971039" sldId="286"/>
        </pc:sldMkLst>
        <pc:spChg chg="add mod">
          <ac:chgData name="Muhammad Nur Fadzly BIN ZULKIFLI" userId="493c6823-4367-4460-83e5-12988eee07d0" providerId="ADAL" clId="{67B4E9FA-BD04-45D6-98B5-B318BC690D3A}" dt="2024-10-21T06:44:11.726" v="1848" actId="27636"/>
          <ac:spMkLst>
            <pc:docMk/>
            <pc:sldMk cId="1527971039" sldId="286"/>
            <ac:spMk id="2" creationId="{B321C496-4B43-4731-62B7-D1413B59C4FB}"/>
          </ac:spMkLst>
        </pc:spChg>
        <pc:spChg chg="mod">
          <ac:chgData name="Muhammad Nur Fadzly BIN ZULKIFLI" userId="493c6823-4367-4460-83e5-12988eee07d0" providerId="ADAL" clId="{67B4E9FA-BD04-45D6-98B5-B318BC690D3A}" dt="2024-10-21T06:21:25.419" v="1281" actId="20577"/>
          <ac:spMkLst>
            <pc:docMk/>
            <pc:sldMk cId="1527971039" sldId="286"/>
            <ac:spMk id="3" creationId="{AB0D0C9B-4847-29D7-F97A-F9A0915EEC4F}"/>
          </ac:spMkLst>
        </pc:spChg>
        <pc:spChg chg="add del mod">
          <ac:chgData name="Muhammad Nur Fadzly BIN ZULKIFLI" userId="493c6823-4367-4460-83e5-12988eee07d0" providerId="ADAL" clId="{67B4E9FA-BD04-45D6-98B5-B318BC690D3A}" dt="2024-10-21T12:35:37.470" v="2789" actId="478"/>
          <ac:spMkLst>
            <pc:docMk/>
            <pc:sldMk cId="1527971039" sldId="286"/>
            <ac:spMk id="4" creationId="{1FC73C26-5BE9-0915-22A2-3C5296E3768B}"/>
          </ac:spMkLst>
        </pc:spChg>
        <pc:spChg chg="add del mod">
          <ac:chgData name="Muhammad Nur Fadzly BIN ZULKIFLI" userId="493c6823-4367-4460-83e5-12988eee07d0" providerId="ADAL" clId="{67B4E9FA-BD04-45D6-98B5-B318BC690D3A}" dt="2024-10-21T14:45:58.670" v="4489" actId="478"/>
          <ac:spMkLst>
            <pc:docMk/>
            <pc:sldMk cId="1527971039" sldId="286"/>
            <ac:spMk id="5" creationId="{3C401F0E-0928-C874-5A8F-DCE4F790388E}"/>
          </ac:spMkLst>
        </pc:spChg>
        <pc:spChg chg="add del mod">
          <ac:chgData name="Muhammad Nur Fadzly BIN ZULKIFLI" userId="493c6823-4367-4460-83e5-12988eee07d0" providerId="ADAL" clId="{67B4E9FA-BD04-45D6-98B5-B318BC690D3A}" dt="2024-10-21T06:22:30.453" v="1332" actId="478"/>
          <ac:spMkLst>
            <pc:docMk/>
            <pc:sldMk cId="1527971039" sldId="286"/>
            <ac:spMk id="5" creationId="{FD49FFD8-52E9-6CE8-382B-5F1CC2BEEFBC}"/>
          </ac:spMkLst>
        </pc:spChg>
        <pc:spChg chg="del">
          <ac:chgData name="Muhammad Nur Fadzly BIN ZULKIFLI" userId="493c6823-4367-4460-83e5-12988eee07d0" providerId="ADAL" clId="{67B4E9FA-BD04-45D6-98B5-B318BC690D3A}" dt="2024-10-21T06:22:28.519" v="1331" actId="478"/>
          <ac:spMkLst>
            <pc:docMk/>
            <pc:sldMk cId="1527971039" sldId="286"/>
            <ac:spMk id="13" creationId="{874FE138-F943-2840-4AD6-A444C71C37D8}"/>
          </ac:spMkLst>
        </pc:spChg>
        <pc:spChg chg="add mod">
          <ac:chgData name="Muhammad Nur Fadzly BIN ZULKIFLI" userId="493c6823-4367-4460-83e5-12988eee07d0" providerId="ADAL" clId="{67B4E9FA-BD04-45D6-98B5-B318BC690D3A}" dt="2024-10-21T07:08:02.816" v="2310" actId="207"/>
          <ac:spMkLst>
            <pc:docMk/>
            <pc:sldMk cId="1527971039" sldId="286"/>
            <ac:spMk id="14" creationId="{55190EDA-2593-05F2-341B-48DF71669B29}"/>
          </ac:spMkLst>
        </pc:spChg>
        <pc:spChg chg="add mod">
          <ac:chgData name="Muhammad Nur Fadzly BIN ZULKIFLI" userId="493c6823-4367-4460-83e5-12988eee07d0" providerId="ADAL" clId="{67B4E9FA-BD04-45D6-98B5-B318BC690D3A}" dt="2024-10-21T06:31:58.045" v="1357"/>
          <ac:spMkLst>
            <pc:docMk/>
            <pc:sldMk cId="1527971039" sldId="286"/>
            <ac:spMk id="15" creationId="{325E0E4F-CFDC-DDEC-DF87-265063D9124C}"/>
          </ac:spMkLst>
        </pc:spChg>
        <pc:spChg chg="add del mod ord">
          <ac:chgData name="Muhammad Nur Fadzly BIN ZULKIFLI" userId="493c6823-4367-4460-83e5-12988eee07d0" providerId="ADAL" clId="{67B4E9FA-BD04-45D6-98B5-B318BC690D3A}" dt="2024-10-21T06:32:33.527" v="1359" actId="478"/>
          <ac:spMkLst>
            <pc:docMk/>
            <pc:sldMk cId="1527971039" sldId="286"/>
            <ac:spMk id="16" creationId="{3128978A-7532-D021-E7C9-0B4F690D1F6E}"/>
          </ac:spMkLst>
        </pc:spChg>
        <pc:spChg chg="add del mod ord">
          <ac:chgData name="Muhammad Nur Fadzly BIN ZULKIFLI" userId="493c6823-4367-4460-83e5-12988eee07d0" providerId="ADAL" clId="{67B4E9FA-BD04-45D6-98B5-B318BC690D3A}" dt="2024-10-21T06:33:06.480" v="1378" actId="478"/>
          <ac:spMkLst>
            <pc:docMk/>
            <pc:sldMk cId="1527971039" sldId="286"/>
            <ac:spMk id="17" creationId="{7B3C84CA-3BD2-20B8-ED15-84386D6BB7A3}"/>
          </ac:spMkLst>
        </pc:spChg>
        <pc:spChg chg="add del mod ord">
          <ac:chgData name="Muhammad Nur Fadzly BIN ZULKIFLI" userId="493c6823-4367-4460-83e5-12988eee07d0" providerId="ADAL" clId="{67B4E9FA-BD04-45D6-98B5-B318BC690D3A}" dt="2024-10-21T06:33:05.947" v="1377" actId="478"/>
          <ac:spMkLst>
            <pc:docMk/>
            <pc:sldMk cId="1527971039" sldId="286"/>
            <ac:spMk id="18" creationId="{217D4722-91BB-8FA3-812D-6F303654306F}"/>
          </ac:spMkLst>
        </pc:spChg>
        <pc:spChg chg="add mod">
          <ac:chgData name="Muhammad Nur Fadzly BIN ZULKIFLI" userId="493c6823-4367-4460-83e5-12988eee07d0" providerId="ADAL" clId="{67B4E9FA-BD04-45D6-98B5-B318BC690D3A}" dt="2024-10-21T07:08:02.816" v="2310" actId="207"/>
          <ac:spMkLst>
            <pc:docMk/>
            <pc:sldMk cId="1527971039" sldId="286"/>
            <ac:spMk id="19" creationId="{1B5E61FA-9923-414D-2BA9-3B48B894F5B8}"/>
          </ac:spMkLst>
        </pc:spChg>
        <pc:spChg chg="add del mod">
          <ac:chgData name="Muhammad Nur Fadzly BIN ZULKIFLI" userId="493c6823-4367-4460-83e5-12988eee07d0" providerId="ADAL" clId="{67B4E9FA-BD04-45D6-98B5-B318BC690D3A}" dt="2024-10-21T14:45:58.670" v="4489" actId="478"/>
          <ac:spMkLst>
            <pc:docMk/>
            <pc:sldMk cId="1527971039" sldId="286"/>
            <ac:spMk id="20" creationId="{30E1E833-FC61-69DD-E69C-6D0BFA88E3E9}"/>
          </ac:spMkLst>
        </pc:spChg>
        <pc:spChg chg="add del mod">
          <ac:chgData name="Muhammad Nur Fadzly BIN ZULKIFLI" userId="493c6823-4367-4460-83e5-12988eee07d0" providerId="ADAL" clId="{67B4E9FA-BD04-45D6-98B5-B318BC690D3A}" dt="2024-10-21T14:46:41.427" v="4497" actId="1076"/>
          <ac:spMkLst>
            <pc:docMk/>
            <pc:sldMk cId="1527971039" sldId="286"/>
            <ac:spMk id="21" creationId="{3EA848CD-3399-8646-CE70-4EE37AF29B13}"/>
          </ac:spMkLst>
        </pc:spChg>
        <pc:spChg chg="add del mod">
          <ac:chgData name="Muhammad Nur Fadzly BIN ZULKIFLI" userId="493c6823-4367-4460-83e5-12988eee07d0" providerId="ADAL" clId="{67B4E9FA-BD04-45D6-98B5-B318BC690D3A}" dt="2024-10-21T14:46:47.655" v="4498" actId="1076"/>
          <ac:spMkLst>
            <pc:docMk/>
            <pc:sldMk cId="1527971039" sldId="286"/>
            <ac:spMk id="22" creationId="{7F65147B-7E1D-AD76-711E-C3BFADC5C5C9}"/>
          </ac:spMkLst>
        </pc:spChg>
        <pc:spChg chg="add del mod">
          <ac:chgData name="Muhammad Nur Fadzly BIN ZULKIFLI" userId="493c6823-4367-4460-83e5-12988eee07d0" providerId="ADAL" clId="{67B4E9FA-BD04-45D6-98B5-B318BC690D3A}" dt="2024-10-21T14:46:34.720" v="4496" actId="478"/>
          <ac:spMkLst>
            <pc:docMk/>
            <pc:sldMk cId="1527971039" sldId="286"/>
            <ac:spMk id="23" creationId="{48BE4957-52F6-FDDB-AF6C-BF9CD5CC6C52}"/>
          </ac:spMkLst>
        </pc:spChg>
        <pc:spChg chg="add del mod">
          <ac:chgData name="Muhammad Nur Fadzly BIN ZULKIFLI" userId="493c6823-4367-4460-83e5-12988eee07d0" providerId="ADAL" clId="{67B4E9FA-BD04-45D6-98B5-B318BC690D3A}" dt="2024-10-21T14:45:58.670" v="4489" actId="478"/>
          <ac:spMkLst>
            <pc:docMk/>
            <pc:sldMk cId="1527971039" sldId="286"/>
            <ac:spMk id="24" creationId="{D79910D1-4A89-FD0B-9B4D-3E8C6342A131}"/>
          </ac:spMkLst>
        </pc:spChg>
        <pc:spChg chg="add mod">
          <ac:chgData name="Muhammad Nur Fadzly BIN ZULKIFLI" userId="493c6823-4367-4460-83e5-12988eee07d0" providerId="ADAL" clId="{67B4E9FA-BD04-45D6-98B5-B318BC690D3A}" dt="2024-10-21T06:38:50.460" v="1650"/>
          <ac:spMkLst>
            <pc:docMk/>
            <pc:sldMk cId="1527971039" sldId="286"/>
            <ac:spMk id="25" creationId="{2EA857B9-99F1-1F30-2FBE-B76DDFF0177B}"/>
          </ac:spMkLst>
        </pc:spChg>
        <pc:spChg chg="add del mod">
          <ac:chgData name="Muhammad Nur Fadzly BIN ZULKIFLI" userId="493c6823-4367-4460-83e5-12988eee07d0" providerId="ADAL" clId="{67B4E9FA-BD04-45D6-98B5-B318BC690D3A}" dt="2024-10-21T14:46:41.427" v="4497" actId="1076"/>
          <ac:spMkLst>
            <pc:docMk/>
            <pc:sldMk cId="1527971039" sldId="286"/>
            <ac:spMk id="26" creationId="{4581CE52-7D58-C5B1-3F1E-FB9311DC4F77}"/>
          </ac:spMkLst>
        </pc:spChg>
        <pc:spChg chg="add del mod">
          <ac:chgData name="Muhammad Nur Fadzly BIN ZULKIFLI" userId="493c6823-4367-4460-83e5-12988eee07d0" providerId="ADAL" clId="{67B4E9FA-BD04-45D6-98B5-B318BC690D3A}" dt="2024-10-21T14:46:47.655" v="4498" actId="1076"/>
          <ac:spMkLst>
            <pc:docMk/>
            <pc:sldMk cId="1527971039" sldId="286"/>
            <ac:spMk id="27" creationId="{B7D34363-B0A9-3104-F115-F3C6B31048E7}"/>
          </ac:spMkLst>
        </pc:spChg>
        <pc:spChg chg="add del mod">
          <ac:chgData name="Muhammad Nur Fadzly BIN ZULKIFLI" userId="493c6823-4367-4460-83e5-12988eee07d0" providerId="ADAL" clId="{67B4E9FA-BD04-45D6-98B5-B318BC690D3A}" dt="2024-10-21T14:46:34.720" v="4496" actId="478"/>
          <ac:spMkLst>
            <pc:docMk/>
            <pc:sldMk cId="1527971039" sldId="286"/>
            <ac:spMk id="28" creationId="{9D4A39E2-C580-0997-78C2-987863515470}"/>
          </ac:spMkLst>
        </pc:spChg>
        <pc:spChg chg="del">
          <ac:chgData name="Muhammad Nur Fadzly BIN ZULKIFLI" userId="493c6823-4367-4460-83e5-12988eee07d0" providerId="ADAL" clId="{67B4E9FA-BD04-45D6-98B5-B318BC690D3A}" dt="2024-10-21T06:22:30.980" v="1333" actId="478"/>
          <ac:spMkLst>
            <pc:docMk/>
            <pc:sldMk cId="1527971039" sldId="286"/>
            <ac:spMk id="36" creationId="{07BB3977-5B7F-F381-0445-DFA29D4C0FB2}"/>
          </ac:spMkLst>
        </pc:spChg>
        <pc:grpChg chg="del">
          <ac:chgData name="Muhammad Nur Fadzly BIN ZULKIFLI" userId="493c6823-4367-4460-83e5-12988eee07d0" providerId="ADAL" clId="{67B4E9FA-BD04-45D6-98B5-B318BC690D3A}" dt="2024-10-21T06:22:24.193" v="1329" actId="478"/>
          <ac:grpSpMkLst>
            <pc:docMk/>
            <pc:sldMk cId="1527971039" sldId="286"/>
            <ac:grpSpMk id="12" creationId="{626B66E1-659A-7319-77D2-991CE09D74E1}"/>
          </ac:grpSpMkLst>
        </pc:grpChg>
        <pc:graphicFrameChg chg="add mod">
          <ac:chgData name="Muhammad Nur Fadzly BIN ZULKIFLI" userId="493c6823-4367-4460-83e5-12988eee07d0" providerId="ADAL" clId="{67B4E9FA-BD04-45D6-98B5-B318BC690D3A}" dt="2024-10-21T06:46:28.203" v="1875"/>
          <ac:graphicFrameMkLst>
            <pc:docMk/>
            <pc:sldMk cId="1527971039" sldId="286"/>
            <ac:graphicFrameMk id="29" creationId="{4235658F-FB9E-6E47-6F87-5E64F967AD99}"/>
          </ac:graphicFrameMkLst>
        </pc:graphicFrameChg>
        <pc:picChg chg="del">
          <ac:chgData name="Muhammad Nur Fadzly BIN ZULKIFLI" userId="493c6823-4367-4460-83e5-12988eee07d0" providerId="ADAL" clId="{67B4E9FA-BD04-45D6-98B5-B318BC690D3A}" dt="2024-10-21T06:22:24.772" v="1330" actId="478"/>
          <ac:picMkLst>
            <pc:docMk/>
            <pc:sldMk cId="1527971039" sldId="286"/>
            <ac:picMk id="10" creationId="{D9CCA449-D118-448F-8A3D-C0C6FD6642D3}"/>
          </ac:picMkLst>
        </pc:picChg>
        <pc:picChg chg="add del mod">
          <ac:chgData name="Muhammad Nur Fadzly BIN ZULKIFLI" userId="493c6823-4367-4460-83e5-12988eee07d0" providerId="ADAL" clId="{67B4E9FA-BD04-45D6-98B5-B318BC690D3A}" dt="2024-10-21T06:31:23.629" v="1343" actId="478"/>
          <ac:picMkLst>
            <pc:docMk/>
            <pc:sldMk cId="1527971039" sldId="286"/>
            <ac:picMk id="11" creationId="{74AE0ECF-054D-53F1-13DF-A5BB5B4917FE}"/>
          </ac:picMkLst>
        </pc:picChg>
      </pc:sldChg>
      <pc:sldChg chg="add del mod or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3589541014" sldId="287"/>
        </pc:sldMkLst>
      </pc:sldChg>
      <pc:sldChg chg="add del mod ord modShow">
        <pc:chgData name="Muhammad Nur Fadzly BIN ZULKIFLI" userId="493c6823-4367-4460-83e5-12988eee07d0" providerId="ADAL" clId="{67B4E9FA-BD04-45D6-98B5-B318BC690D3A}" dt="2024-10-21T14:52:47.088" v="4663" actId="47"/>
        <pc:sldMkLst>
          <pc:docMk/>
          <pc:sldMk cId="3179176971" sldId="288"/>
        </pc:sldMkLst>
      </pc:sldChg>
      <pc:sldChg chg="addSp delSp modSp add mod ord setBg">
        <pc:chgData name="Muhammad Nur Fadzly BIN ZULKIFLI" userId="493c6823-4367-4460-83e5-12988eee07d0" providerId="ADAL" clId="{67B4E9FA-BD04-45D6-98B5-B318BC690D3A}" dt="2024-10-21T14:25:02.804" v="4158" actId="20577"/>
        <pc:sldMkLst>
          <pc:docMk/>
          <pc:sldMk cId="3750453340" sldId="289"/>
        </pc:sldMkLst>
        <pc:spChg chg="mod">
          <ac:chgData name="Muhammad Nur Fadzly BIN ZULKIFLI" userId="493c6823-4367-4460-83e5-12988eee07d0" providerId="ADAL" clId="{67B4E9FA-BD04-45D6-98B5-B318BC690D3A}" dt="2024-10-21T06:46:08.152" v="1872" actId="207"/>
          <ac:spMkLst>
            <pc:docMk/>
            <pc:sldMk cId="3750453340" sldId="289"/>
            <ac:spMk id="2" creationId="{B321C496-4B43-4731-62B7-D1413B59C4FB}"/>
          </ac:spMkLst>
        </pc:spChg>
        <pc:spChg chg="add del mod">
          <ac:chgData name="Muhammad Nur Fadzly BIN ZULKIFLI" userId="493c6823-4367-4460-83e5-12988eee07d0" providerId="ADAL" clId="{67B4E9FA-BD04-45D6-98B5-B318BC690D3A}" dt="2024-10-21T06:46:20.597" v="1874" actId="478"/>
          <ac:spMkLst>
            <pc:docMk/>
            <pc:sldMk cId="3750453340" sldId="289"/>
            <ac:spMk id="5" creationId="{BC7933BE-A127-5022-BAE2-D901E8CD065E}"/>
          </ac:spMkLst>
        </pc:spChg>
        <pc:spChg chg="del">
          <ac:chgData name="Muhammad Nur Fadzly BIN ZULKIFLI" userId="493c6823-4367-4460-83e5-12988eee07d0" providerId="ADAL" clId="{67B4E9FA-BD04-45D6-98B5-B318BC690D3A}" dt="2024-10-21T06:46:15.525" v="1873" actId="478"/>
          <ac:spMkLst>
            <pc:docMk/>
            <pc:sldMk cId="3750453340" sldId="289"/>
            <ac:spMk id="14" creationId="{55190EDA-2593-05F2-341B-48DF71669B29}"/>
          </ac:spMkLst>
        </pc:spChg>
        <pc:spChg chg="del">
          <ac:chgData name="Muhammad Nur Fadzly BIN ZULKIFLI" userId="493c6823-4367-4460-83e5-12988eee07d0" providerId="ADAL" clId="{67B4E9FA-BD04-45D6-98B5-B318BC690D3A}" dt="2024-10-21T06:46:15.525" v="1873" actId="478"/>
          <ac:spMkLst>
            <pc:docMk/>
            <pc:sldMk cId="3750453340" sldId="289"/>
            <ac:spMk id="19" creationId="{1B5E61FA-9923-414D-2BA9-3B48B894F5B8}"/>
          </ac:spMkLst>
        </pc:spChg>
        <pc:spChg chg="del">
          <ac:chgData name="Muhammad Nur Fadzly BIN ZULKIFLI" userId="493c6823-4367-4460-83e5-12988eee07d0" providerId="ADAL" clId="{67B4E9FA-BD04-45D6-98B5-B318BC690D3A}" dt="2024-10-21T06:46:15.525" v="1873" actId="478"/>
          <ac:spMkLst>
            <pc:docMk/>
            <pc:sldMk cId="3750453340" sldId="289"/>
            <ac:spMk id="20" creationId="{30E1E833-FC61-69DD-E69C-6D0BFA88E3E9}"/>
          </ac:spMkLst>
        </pc:spChg>
        <pc:spChg chg="del">
          <ac:chgData name="Muhammad Nur Fadzly BIN ZULKIFLI" userId="493c6823-4367-4460-83e5-12988eee07d0" providerId="ADAL" clId="{67B4E9FA-BD04-45D6-98B5-B318BC690D3A}" dt="2024-10-21T06:46:15.525" v="1873" actId="478"/>
          <ac:spMkLst>
            <pc:docMk/>
            <pc:sldMk cId="3750453340" sldId="289"/>
            <ac:spMk id="21" creationId="{3EA848CD-3399-8646-CE70-4EE37AF29B13}"/>
          </ac:spMkLst>
        </pc:spChg>
        <pc:spChg chg="del">
          <ac:chgData name="Muhammad Nur Fadzly BIN ZULKIFLI" userId="493c6823-4367-4460-83e5-12988eee07d0" providerId="ADAL" clId="{67B4E9FA-BD04-45D6-98B5-B318BC690D3A}" dt="2024-10-21T06:46:15.525" v="1873" actId="478"/>
          <ac:spMkLst>
            <pc:docMk/>
            <pc:sldMk cId="3750453340" sldId="289"/>
            <ac:spMk id="22" creationId="{7F65147B-7E1D-AD76-711E-C3BFADC5C5C9}"/>
          </ac:spMkLst>
        </pc:spChg>
        <pc:spChg chg="del">
          <ac:chgData name="Muhammad Nur Fadzly BIN ZULKIFLI" userId="493c6823-4367-4460-83e5-12988eee07d0" providerId="ADAL" clId="{67B4E9FA-BD04-45D6-98B5-B318BC690D3A}" dt="2024-10-21T06:46:15.525" v="1873" actId="478"/>
          <ac:spMkLst>
            <pc:docMk/>
            <pc:sldMk cId="3750453340" sldId="289"/>
            <ac:spMk id="23" creationId="{48BE4957-52F6-FDDB-AF6C-BF9CD5CC6C52}"/>
          </ac:spMkLst>
        </pc:spChg>
        <pc:spChg chg="del">
          <ac:chgData name="Muhammad Nur Fadzly BIN ZULKIFLI" userId="493c6823-4367-4460-83e5-12988eee07d0" providerId="ADAL" clId="{67B4E9FA-BD04-45D6-98B5-B318BC690D3A}" dt="2024-10-21T06:46:15.525" v="1873" actId="478"/>
          <ac:spMkLst>
            <pc:docMk/>
            <pc:sldMk cId="3750453340" sldId="289"/>
            <ac:spMk id="24" creationId="{D79910D1-4A89-FD0B-9B4D-3E8C6342A131}"/>
          </ac:spMkLst>
        </pc:spChg>
        <pc:spChg chg="del">
          <ac:chgData name="Muhammad Nur Fadzly BIN ZULKIFLI" userId="493c6823-4367-4460-83e5-12988eee07d0" providerId="ADAL" clId="{67B4E9FA-BD04-45D6-98B5-B318BC690D3A}" dt="2024-10-21T06:46:15.525" v="1873" actId="478"/>
          <ac:spMkLst>
            <pc:docMk/>
            <pc:sldMk cId="3750453340" sldId="289"/>
            <ac:spMk id="26" creationId="{4581CE52-7D58-C5B1-3F1E-FB9311DC4F77}"/>
          </ac:spMkLst>
        </pc:spChg>
        <pc:spChg chg="del">
          <ac:chgData name="Muhammad Nur Fadzly BIN ZULKIFLI" userId="493c6823-4367-4460-83e5-12988eee07d0" providerId="ADAL" clId="{67B4E9FA-BD04-45D6-98B5-B318BC690D3A}" dt="2024-10-21T06:46:15.525" v="1873" actId="478"/>
          <ac:spMkLst>
            <pc:docMk/>
            <pc:sldMk cId="3750453340" sldId="289"/>
            <ac:spMk id="27" creationId="{B7D34363-B0A9-3104-F115-F3C6B31048E7}"/>
          </ac:spMkLst>
        </pc:spChg>
        <pc:spChg chg="del">
          <ac:chgData name="Muhammad Nur Fadzly BIN ZULKIFLI" userId="493c6823-4367-4460-83e5-12988eee07d0" providerId="ADAL" clId="{67B4E9FA-BD04-45D6-98B5-B318BC690D3A}" dt="2024-10-21T06:46:15.525" v="1873" actId="478"/>
          <ac:spMkLst>
            <pc:docMk/>
            <pc:sldMk cId="3750453340" sldId="289"/>
            <ac:spMk id="28" creationId="{9D4A39E2-C580-0997-78C2-987863515470}"/>
          </ac:spMkLst>
        </pc:spChg>
        <pc:graphicFrameChg chg="add mod modGraphic">
          <ac:chgData name="Muhammad Nur Fadzly BIN ZULKIFLI" userId="493c6823-4367-4460-83e5-12988eee07d0" providerId="ADAL" clId="{67B4E9FA-BD04-45D6-98B5-B318BC690D3A}" dt="2024-10-21T14:25:02.804" v="4158" actId="20577"/>
          <ac:graphicFrameMkLst>
            <pc:docMk/>
            <pc:sldMk cId="3750453340" sldId="289"/>
            <ac:graphicFrameMk id="6" creationId="{B94BABC1-4612-A2ED-75B1-BC65ADE8A261}"/>
          </ac:graphicFrameMkLst>
        </pc:graphicFrameChg>
      </pc:sldChg>
      <pc:sldChg chg="addSp delSp modSp mod addAnim delAnim">
        <pc:chgData name="Muhammad Nur Fadzly BIN ZULKIFLI" userId="493c6823-4367-4460-83e5-12988eee07d0" providerId="ADAL" clId="{67B4E9FA-BD04-45D6-98B5-B318BC690D3A}" dt="2024-10-21T14:18:11.539" v="3564" actId="207"/>
        <pc:sldMkLst>
          <pc:docMk/>
          <pc:sldMk cId="1092323827" sldId="290"/>
        </pc:sldMkLst>
        <pc:spChg chg="add mod">
          <ac:chgData name="Muhammad Nur Fadzly BIN ZULKIFLI" userId="493c6823-4367-4460-83e5-12988eee07d0" providerId="ADAL" clId="{67B4E9FA-BD04-45D6-98B5-B318BC690D3A}" dt="2024-10-21T14:18:11.539" v="3564" actId="207"/>
          <ac:spMkLst>
            <pc:docMk/>
            <pc:sldMk cId="1092323827" sldId="290"/>
            <ac:spMk id="2" creationId="{E0FDC63A-F12D-E401-C480-F3BC51F7798A}"/>
          </ac:spMkLst>
        </pc:spChg>
        <pc:spChg chg="add del mod">
          <ac:chgData name="Muhammad Nur Fadzly BIN ZULKIFLI" userId="493c6823-4367-4460-83e5-12988eee07d0" providerId="ADAL" clId="{67B4E9FA-BD04-45D6-98B5-B318BC690D3A}" dt="2024-10-21T08:54:00.223" v="2353" actId="478"/>
          <ac:spMkLst>
            <pc:docMk/>
            <pc:sldMk cId="1092323827" sldId="290"/>
            <ac:spMk id="4" creationId="{50FAB311-41F7-6371-717B-9B2D1F393269}"/>
          </ac:spMkLst>
        </pc:spChg>
        <pc:spChg chg="mod">
          <ac:chgData name="Muhammad Nur Fadzly BIN ZULKIFLI" userId="493c6823-4367-4460-83e5-12988eee07d0" providerId="ADAL" clId="{67B4E9FA-BD04-45D6-98B5-B318BC690D3A}" dt="2024-10-21T12:52:31.551" v="3164" actId="207"/>
          <ac:spMkLst>
            <pc:docMk/>
            <pc:sldMk cId="1092323827" sldId="290"/>
            <ac:spMk id="10" creationId="{A89793D1-CB2A-7301-B40E-3750E4483402}"/>
          </ac:spMkLst>
        </pc:spChg>
        <pc:spChg chg="mod">
          <ac:chgData name="Muhammad Nur Fadzly BIN ZULKIFLI" userId="493c6823-4367-4460-83e5-12988eee07d0" providerId="ADAL" clId="{67B4E9FA-BD04-45D6-98B5-B318BC690D3A}" dt="2024-10-21T08:46:17.813" v="2330" actId="208"/>
          <ac:spMkLst>
            <pc:docMk/>
            <pc:sldMk cId="1092323827" sldId="290"/>
            <ac:spMk id="25" creationId="{5235475F-344B-91A1-8677-264E7037771C}"/>
          </ac:spMkLst>
        </pc:spChg>
        <pc:spChg chg="mod">
          <ac:chgData name="Muhammad Nur Fadzly BIN ZULKIFLI" userId="493c6823-4367-4460-83e5-12988eee07d0" providerId="ADAL" clId="{67B4E9FA-BD04-45D6-98B5-B318BC690D3A}" dt="2024-10-21T08:46:17.813" v="2330" actId="208"/>
          <ac:spMkLst>
            <pc:docMk/>
            <pc:sldMk cId="1092323827" sldId="290"/>
            <ac:spMk id="26" creationId="{289FD264-CFB5-E776-73DF-1C830BE16277}"/>
          </ac:spMkLst>
        </pc:spChg>
        <pc:spChg chg="mod">
          <ac:chgData name="Muhammad Nur Fadzly BIN ZULKIFLI" userId="493c6823-4367-4460-83e5-12988eee07d0" providerId="ADAL" clId="{67B4E9FA-BD04-45D6-98B5-B318BC690D3A}" dt="2024-10-21T08:46:17.813" v="2330" actId="208"/>
          <ac:spMkLst>
            <pc:docMk/>
            <pc:sldMk cId="1092323827" sldId="290"/>
            <ac:spMk id="27" creationId="{7F983B6B-08A3-ABC0-809E-0BC2042CE508}"/>
          </ac:spMkLst>
        </pc:spChg>
        <pc:spChg chg="mod">
          <ac:chgData name="Muhammad Nur Fadzly BIN ZULKIFLI" userId="493c6823-4367-4460-83e5-12988eee07d0" providerId="ADAL" clId="{67B4E9FA-BD04-45D6-98B5-B318BC690D3A}" dt="2024-10-21T08:46:17.813" v="2330" actId="208"/>
          <ac:spMkLst>
            <pc:docMk/>
            <pc:sldMk cId="1092323827" sldId="290"/>
            <ac:spMk id="28" creationId="{CE62DD9D-1175-0B77-FC47-C27C55F119A6}"/>
          </ac:spMkLst>
        </pc:spChg>
        <pc:spChg chg="mod">
          <ac:chgData name="Muhammad Nur Fadzly BIN ZULKIFLI" userId="493c6823-4367-4460-83e5-12988eee07d0" providerId="ADAL" clId="{67B4E9FA-BD04-45D6-98B5-B318BC690D3A}" dt="2024-10-21T08:46:17.813" v="2330" actId="208"/>
          <ac:spMkLst>
            <pc:docMk/>
            <pc:sldMk cId="1092323827" sldId="290"/>
            <ac:spMk id="29" creationId="{A2C63334-D87E-EA84-ACC1-1CDECF860D53}"/>
          </ac:spMkLst>
        </pc:spChg>
        <pc:spChg chg="mod">
          <ac:chgData name="Muhammad Nur Fadzly BIN ZULKIFLI" userId="493c6823-4367-4460-83e5-12988eee07d0" providerId="ADAL" clId="{67B4E9FA-BD04-45D6-98B5-B318BC690D3A}" dt="2024-10-21T08:46:17.813" v="2330" actId="208"/>
          <ac:spMkLst>
            <pc:docMk/>
            <pc:sldMk cId="1092323827" sldId="290"/>
            <ac:spMk id="30" creationId="{635477FF-F145-D372-3BEE-8B6624B0A707}"/>
          </ac:spMkLst>
        </pc:spChg>
        <pc:spChg chg="add del mod">
          <ac:chgData name="Muhammad Nur Fadzly BIN ZULKIFLI" userId="493c6823-4367-4460-83e5-12988eee07d0" providerId="ADAL" clId="{67B4E9FA-BD04-45D6-98B5-B318BC690D3A}" dt="2024-10-21T08:53:52.324" v="2348" actId="478"/>
          <ac:spMkLst>
            <pc:docMk/>
            <pc:sldMk cId="1092323827" sldId="290"/>
            <ac:spMk id="31" creationId="{280D53D4-8929-8AFB-8441-B83BD2DAD943}"/>
          </ac:spMkLst>
        </pc:spChg>
        <pc:spChg chg="mod">
          <ac:chgData name="Muhammad Nur Fadzly BIN ZULKIFLI" userId="493c6823-4367-4460-83e5-12988eee07d0" providerId="ADAL" clId="{67B4E9FA-BD04-45D6-98B5-B318BC690D3A}" dt="2024-10-21T08:46:17.813" v="2330" actId="208"/>
          <ac:spMkLst>
            <pc:docMk/>
            <pc:sldMk cId="1092323827" sldId="290"/>
            <ac:spMk id="32" creationId="{85AF39E4-4BFB-C220-24FE-0F74280B9797}"/>
          </ac:spMkLst>
        </pc:spChg>
        <pc:spChg chg="mod">
          <ac:chgData name="Muhammad Nur Fadzly BIN ZULKIFLI" userId="493c6823-4367-4460-83e5-12988eee07d0" providerId="ADAL" clId="{67B4E9FA-BD04-45D6-98B5-B318BC690D3A}" dt="2024-10-21T08:46:17.813" v="2330" actId="208"/>
          <ac:spMkLst>
            <pc:docMk/>
            <pc:sldMk cId="1092323827" sldId="290"/>
            <ac:spMk id="34" creationId="{72516AF1-58E5-077E-4420-9B86E57F0F9A}"/>
          </ac:spMkLst>
        </pc:spChg>
        <pc:spChg chg="mod">
          <ac:chgData name="Muhammad Nur Fadzly BIN ZULKIFLI" userId="493c6823-4367-4460-83e5-12988eee07d0" providerId="ADAL" clId="{67B4E9FA-BD04-45D6-98B5-B318BC690D3A}" dt="2024-10-21T08:46:17.813" v="2330" actId="208"/>
          <ac:spMkLst>
            <pc:docMk/>
            <pc:sldMk cId="1092323827" sldId="290"/>
            <ac:spMk id="35" creationId="{44DF621F-2F48-C6EB-39D4-12ED1AB5B27D}"/>
          </ac:spMkLst>
        </pc:spChg>
      </pc:sldChg>
      <pc:sldChg chg="addSp modSp mod">
        <pc:chgData name="Muhammad Nur Fadzly BIN ZULKIFLI" userId="493c6823-4367-4460-83e5-12988eee07d0" providerId="ADAL" clId="{67B4E9FA-BD04-45D6-98B5-B318BC690D3A}" dt="2024-10-21T14:18:24.779" v="3580" actId="207"/>
        <pc:sldMkLst>
          <pc:docMk/>
          <pc:sldMk cId="816327198" sldId="291"/>
        </pc:sldMkLst>
        <pc:spChg chg="add mod">
          <ac:chgData name="Muhammad Nur Fadzly BIN ZULKIFLI" userId="493c6823-4367-4460-83e5-12988eee07d0" providerId="ADAL" clId="{67B4E9FA-BD04-45D6-98B5-B318BC690D3A}" dt="2024-10-21T14:18:24.779" v="3580" actId="207"/>
          <ac:spMkLst>
            <pc:docMk/>
            <pc:sldMk cId="816327198" sldId="291"/>
            <ac:spMk id="10" creationId="{13796F8E-8FA7-F92A-D6DD-0E8B88A8D2FD}"/>
          </ac:spMkLst>
        </pc:spChg>
      </pc:sldChg>
      <pc:sldChg chg="addSp delSp modSp mod">
        <pc:chgData name="Muhammad Nur Fadzly BIN ZULKIFLI" userId="493c6823-4367-4460-83e5-12988eee07d0" providerId="ADAL" clId="{67B4E9FA-BD04-45D6-98B5-B318BC690D3A}" dt="2024-10-21T14:18:49.674" v="3596" actId="207"/>
        <pc:sldMkLst>
          <pc:docMk/>
          <pc:sldMk cId="3500102038" sldId="292"/>
        </pc:sldMkLst>
        <pc:spChg chg="mod">
          <ac:chgData name="Muhammad Nur Fadzly BIN ZULKIFLI" userId="493c6823-4367-4460-83e5-12988eee07d0" providerId="ADAL" clId="{67B4E9FA-BD04-45D6-98B5-B318BC690D3A}" dt="2024-10-21T13:17:19.805" v="3341" actId="1076"/>
          <ac:spMkLst>
            <pc:docMk/>
            <pc:sldMk cId="3500102038" sldId="292"/>
            <ac:spMk id="2" creationId="{324C6F02-9A17-DAC5-D8D6-5D659B409602}"/>
          </ac:spMkLst>
        </pc:spChg>
        <pc:spChg chg="add mod">
          <ac:chgData name="Muhammad Nur Fadzly BIN ZULKIFLI" userId="493c6823-4367-4460-83e5-12988eee07d0" providerId="ADAL" clId="{67B4E9FA-BD04-45D6-98B5-B318BC690D3A}" dt="2024-10-21T13:17:23.697" v="3342" actId="1076"/>
          <ac:spMkLst>
            <pc:docMk/>
            <pc:sldMk cId="3500102038" sldId="292"/>
            <ac:spMk id="6" creationId="{7163A2D4-C846-5B3B-404C-9919B61E22D2}"/>
          </ac:spMkLst>
        </pc:spChg>
        <pc:spChg chg="add mod">
          <ac:chgData name="Muhammad Nur Fadzly BIN ZULKIFLI" userId="493c6823-4367-4460-83e5-12988eee07d0" providerId="ADAL" clId="{67B4E9FA-BD04-45D6-98B5-B318BC690D3A}" dt="2024-10-21T13:08:15.023" v="3263" actId="1582"/>
          <ac:spMkLst>
            <pc:docMk/>
            <pc:sldMk cId="3500102038" sldId="292"/>
            <ac:spMk id="7" creationId="{51DF1A62-7AD6-BB72-9683-893ACC583C12}"/>
          </ac:spMkLst>
        </pc:spChg>
        <pc:spChg chg="mod">
          <ac:chgData name="Muhammad Nur Fadzly BIN ZULKIFLI" userId="493c6823-4367-4460-83e5-12988eee07d0" providerId="ADAL" clId="{67B4E9FA-BD04-45D6-98B5-B318BC690D3A}" dt="2024-10-21T13:17:02.612" v="3338" actId="1076"/>
          <ac:spMkLst>
            <pc:docMk/>
            <pc:sldMk cId="3500102038" sldId="292"/>
            <ac:spMk id="9" creationId="{CF03EDF8-91A6-C97F-DD4D-01DF59972973}"/>
          </ac:spMkLst>
        </pc:spChg>
        <pc:spChg chg="mod">
          <ac:chgData name="Muhammad Nur Fadzly BIN ZULKIFLI" userId="493c6823-4367-4460-83e5-12988eee07d0" providerId="ADAL" clId="{67B4E9FA-BD04-45D6-98B5-B318BC690D3A}" dt="2024-10-21T13:06:24.889" v="3258" actId="1076"/>
          <ac:spMkLst>
            <pc:docMk/>
            <pc:sldMk cId="3500102038" sldId="292"/>
            <ac:spMk id="10" creationId="{B1B6B7A4-5B30-0EC1-F8DF-EF222CFF66D9}"/>
          </ac:spMkLst>
        </pc:spChg>
        <pc:spChg chg="mod">
          <ac:chgData name="Muhammad Nur Fadzly BIN ZULKIFLI" userId="493c6823-4367-4460-83e5-12988eee07d0" providerId="ADAL" clId="{67B4E9FA-BD04-45D6-98B5-B318BC690D3A}" dt="2024-10-21T13:25:25.530" v="3358" actId="1076"/>
          <ac:spMkLst>
            <pc:docMk/>
            <pc:sldMk cId="3500102038" sldId="292"/>
            <ac:spMk id="11" creationId="{FD835BBE-070B-3334-8DD2-91C249DC1173}"/>
          </ac:spMkLst>
        </pc:spChg>
        <pc:spChg chg="add mod">
          <ac:chgData name="Muhammad Nur Fadzly BIN ZULKIFLI" userId="493c6823-4367-4460-83e5-12988eee07d0" providerId="ADAL" clId="{67B4E9FA-BD04-45D6-98B5-B318BC690D3A}" dt="2024-10-21T14:18:49.674" v="3596" actId="207"/>
          <ac:spMkLst>
            <pc:docMk/>
            <pc:sldMk cId="3500102038" sldId="292"/>
            <ac:spMk id="13" creationId="{5A7DB7AB-B63E-36D2-EBE2-B6762C336FBB}"/>
          </ac:spMkLst>
        </pc:spChg>
        <pc:spChg chg="del">
          <ac:chgData name="Muhammad Nur Fadzly BIN ZULKIFLI" userId="493c6823-4367-4460-83e5-12988eee07d0" providerId="ADAL" clId="{67B4E9FA-BD04-45D6-98B5-B318BC690D3A}" dt="2024-10-21T13:16:32.089" v="3316" actId="478"/>
          <ac:spMkLst>
            <pc:docMk/>
            <pc:sldMk cId="3500102038" sldId="292"/>
            <ac:spMk id="13" creationId="{7B6CADF4-80B0-6A3A-CD7E-1ED8A3ED744B}"/>
          </ac:spMkLst>
        </pc:spChg>
        <pc:spChg chg="del">
          <ac:chgData name="Muhammad Nur Fadzly BIN ZULKIFLI" userId="493c6823-4367-4460-83e5-12988eee07d0" providerId="ADAL" clId="{67B4E9FA-BD04-45D6-98B5-B318BC690D3A}" dt="2024-10-21T13:16:44.397" v="3334" actId="478"/>
          <ac:spMkLst>
            <pc:docMk/>
            <pc:sldMk cId="3500102038" sldId="292"/>
            <ac:spMk id="14" creationId="{BF3B7896-048D-67D3-0F80-8A0218F5F1C6}"/>
          </ac:spMkLst>
        </pc:spChg>
        <pc:spChg chg="add mod ord">
          <ac:chgData name="Muhammad Nur Fadzly BIN ZULKIFLI" userId="493c6823-4367-4460-83e5-12988eee07d0" providerId="ADAL" clId="{67B4E9FA-BD04-45D6-98B5-B318BC690D3A}" dt="2024-10-21T13:16:50.007" v="3337" actId="255"/>
          <ac:spMkLst>
            <pc:docMk/>
            <pc:sldMk cId="3500102038" sldId="292"/>
            <ac:spMk id="32" creationId="{E1968FC0-FCC4-0B8E-7B69-246C147A4D4E}"/>
          </ac:spMkLst>
        </pc:spChg>
        <pc:spChg chg="add mod ord">
          <ac:chgData name="Muhammad Nur Fadzly BIN ZULKIFLI" userId="493c6823-4367-4460-83e5-12988eee07d0" providerId="ADAL" clId="{67B4E9FA-BD04-45D6-98B5-B318BC690D3A}" dt="2024-10-21T13:16:43.084" v="3333" actId="167"/>
          <ac:spMkLst>
            <pc:docMk/>
            <pc:sldMk cId="3500102038" sldId="292"/>
            <ac:spMk id="33" creationId="{9E4813BE-11D7-84C0-B1AB-FC4ACED39F13}"/>
          </ac:spMkLst>
        </pc:spChg>
        <pc:picChg chg="mod">
          <ac:chgData name="Muhammad Nur Fadzly BIN ZULKIFLI" userId="493c6823-4367-4460-83e5-12988eee07d0" providerId="ADAL" clId="{67B4E9FA-BD04-45D6-98B5-B318BC690D3A}" dt="2024-10-21T13:06:24.889" v="3258" actId="1076"/>
          <ac:picMkLst>
            <pc:docMk/>
            <pc:sldMk cId="3500102038" sldId="292"/>
            <ac:picMk id="4" creationId="{BADA5DCD-AA22-1901-E27F-D56C23C3F52A}"/>
          </ac:picMkLst>
        </pc:picChg>
        <pc:picChg chg="add mod">
          <ac:chgData name="Muhammad Nur Fadzly BIN ZULKIFLI" userId="493c6823-4367-4460-83e5-12988eee07d0" providerId="ADAL" clId="{67B4E9FA-BD04-45D6-98B5-B318BC690D3A}" dt="2024-10-21T13:17:19.805" v="3341" actId="1076"/>
          <ac:picMkLst>
            <pc:docMk/>
            <pc:sldMk cId="3500102038" sldId="292"/>
            <ac:picMk id="5" creationId="{2D838A72-9E46-4D14-7772-E073D254EDBE}"/>
          </ac:picMkLst>
        </pc:picChg>
        <pc:picChg chg="add del mod">
          <ac:chgData name="Muhammad Nur Fadzly BIN ZULKIFLI" userId="493c6823-4367-4460-83e5-12988eee07d0" providerId="ADAL" clId="{67B4E9FA-BD04-45D6-98B5-B318BC690D3A}" dt="2024-10-21T12:57:04.640" v="3213" actId="478"/>
          <ac:picMkLst>
            <pc:docMk/>
            <pc:sldMk cId="3500102038" sldId="292"/>
            <ac:picMk id="15" creationId="{046D391C-E139-C6C4-E002-B0F95D0DB11B}"/>
          </ac:picMkLst>
        </pc:picChg>
        <pc:picChg chg="add mod">
          <ac:chgData name="Muhammad Nur Fadzly BIN ZULKIFLI" userId="493c6823-4367-4460-83e5-12988eee07d0" providerId="ADAL" clId="{67B4E9FA-BD04-45D6-98B5-B318BC690D3A}" dt="2024-10-21T12:57:01.618" v="3212"/>
          <ac:picMkLst>
            <pc:docMk/>
            <pc:sldMk cId="3500102038" sldId="292"/>
            <ac:picMk id="17" creationId="{5F36A1BC-1572-E49A-6870-58750FE43F2B}"/>
          </ac:picMkLst>
        </pc:picChg>
        <pc:picChg chg="add del mod">
          <ac:chgData name="Muhammad Nur Fadzly BIN ZULKIFLI" userId="493c6823-4367-4460-83e5-12988eee07d0" providerId="ADAL" clId="{67B4E9FA-BD04-45D6-98B5-B318BC690D3A}" dt="2024-10-21T13:05:10.162" v="3241" actId="478"/>
          <ac:picMkLst>
            <pc:docMk/>
            <pc:sldMk cId="3500102038" sldId="292"/>
            <ac:picMk id="19" creationId="{F072D35C-283C-0C9E-B9A4-CD5A8D7BFCF4}"/>
          </ac:picMkLst>
        </pc:picChg>
        <pc:picChg chg="add mod">
          <ac:chgData name="Muhammad Nur Fadzly BIN ZULKIFLI" userId="493c6823-4367-4460-83e5-12988eee07d0" providerId="ADAL" clId="{67B4E9FA-BD04-45D6-98B5-B318BC690D3A}" dt="2024-10-21T13:08:23.871" v="3264" actId="1076"/>
          <ac:picMkLst>
            <pc:docMk/>
            <pc:sldMk cId="3500102038" sldId="292"/>
            <ac:picMk id="21" creationId="{A4181623-4996-1F2E-16C5-768A105A5B42}"/>
          </ac:picMkLst>
        </pc:picChg>
        <pc:picChg chg="add mod">
          <ac:chgData name="Muhammad Nur Fadzly BIN ZULKIFLI" userId="493c6823-4367-4460-83e5-12988eee07d0" providerId="ADAL" clId="{67B4E9FA-BD04-45D6-98B5-B318BC690D3A}" dt="2024-10-21T13:08:23.871" v="3264" actId="1076"/>
          <ac:picMkLst>
            <pc:docMk/>
            <pc:sldMk cId="3500102038" sldId="292"/>
            <ac:picMk id="23" creationId="{EB44F175-5099-E178-C948-51D46EE25392}"/>
          </ac:picMkLst>
        </pc:picChg>
        <pc:picChg chg="add mod">
          <ac:chgData name="Muhammad Nur Fadzly BIN ZULKIFLI" userId="493c6823-4367-4460-83e5-12988eee07d0" providerId="ADAL" clId="{67B4E9FA-BD04-45D6-98B5-B318BC690D3A}" dt="2024-10-21T13:25:29.840" v="3359" actId="1076"/>
          <ac:picMkLst>
            <pc:docMk/>
            <pc:sldMk cId="3500102038" sldId="292"/>
            <ac:picMk id="28" creationId="{AE3D9AB5-7481-B1F7-8489-037029B9CAA3}"/>
          </ac:picMkLst>
        </pc:picChg>
        <pc:picChg chg="add mod">
          <ac:chgData name="Muhammad Nur Fadzly BIN ZULKIFLI" userId="493c6823-4367-4460-83e5-12988eee07d0" providerId="ADAL" clId="{67B4E9FA-BD04-45D6-98B5-B318BC690D3A}" dt="2024-10-21T13:25:29.840" v="3359" actId="1076"/>
          <ac:picMkLst>
            <pc:docMk/>
            <pc:sldMk cId="3500102038" sldId="292"/>
            <ac:picMk id="29" creationId="{1A0BC0DC-CED3-F24D-31A2-01C59961C4B1}"/>
          </ac:picMkLst>
        </pc:picChg>
        <pc:cxnChg chg="add mod">
          <ac:chgData name="Muhammad Nur Fadzly BIN ZULKIFLI" userId="493c6823-4367-4460-83e5-12988eee07d0" providerId="ADAL" clId="{67B4E9FA-BD04-45D6-98B5-B318BC690D3A}" dt="2024-10-21T12:54:49.810" v="3199" actId="692"/>
          <ac:cxnSpMkLst>
            <pc:docMk/>
            <pc:sldMk cId="3500102038" sldId="292"/>
            <ac:cxnSpMk id="9" creationId="{E35EE653-FF23-77E6-EF81-B11E8B1DA4EA}"/>
          </ac:cxnSpMkLst>
        </pc:cxnChg>
        <pc:cxnChg chg="add mod ord">
          <ac:chgData name="Muhammad Nur Fadzly BIN ZULKIFLI" userId="493c6823-4367-4460-83e5-12988eee07d0" providerId="ADAL" clId="{67B4E9FA-BD04-45D6-98B5-B318BC690D3A}" dt="2024-10-21T13:08:23.871" v="3264" actId="1076"/>
          <ac:cxnSpMkLst>
            <pc:docMk/>
            <pc:sldMk cId="3500102038" sldId="292"/>
            <ac:cxnSpMk id="12" creationId="{59B200B4-74D8-8AE7-BD39-AB70F7DEA830}"/>
          </ac:cxnSpMkLst>
        </pc:cxnChg>
        <pc:cxnChg chg="add del mod">
          <ac:chgData name="Muhammad Nur Fadzly BIN ZULKIFLI" userId="493c6823-4367-4460-83e5-12988eee07d0" providerId="ADAL" clId="{67B4E9FA-BD04-45D6-98B5-B318BC690D3A}" dt="2024-10-21T13:05:47.966" v="3252" actId="478"/>
          <ac:cxnSpMkLst>
            <pc:docMk/>
            <pc:sldMk cId="3500102038" sldId="292"/>
            <ac:cxnSpMk id="13" creationId="{A51130DE-3A24-E613-08C5-8485C29B5175}"/>
          </ac:cxnSpMkLst>
        </pc:cxnChg>
        <pc:cxnChg chg="add mod">
          <ac:chgData name="Muhammad Nur Fadzly BIN ZULKIFLI" userId="493c6823-4367-4460-83e5-12988eee07d0" providerId="ADAL" clId="{67B4E9FA-BD04-45D6-98B5-B318BC690D3A}" dt="2024-10-21T13:08:23.871" v="3264" actId="1076"/>
          <ac:cxnSpMkLst>
            <pc:docMk/>
            <pc:sldMk cId="3500102038" sldId="292"/>
            <ac:cxnSpMk id="27" creationId="{F2AA9729-0763-388C-86D1-DBB908917D55}"/>
          </ac:cxnSpMkLst>
        </pc:cxnChg>
        <pc:cxnChg chg="add mod">
          <ac:chgData name="Muhammad Nur Fadzly BIN ZULKIFLI" userId="493c6823-4367-4460-83e5-12988eee07d0" providerId="ADAL" clId="{67B4E9FA-BD04-45D6-98B5-B318BC690D3A}" dt="2024-10-21T13:25:29.840" v="3359" actId="1076"/>
          <ac:cxnSpMkLst>
            <pc:docMk/>
            <pc:sldMk cId="3500102038" sldId="292"/>
            <ac:cxnSpMk id="30" creationId="{32A5817C-3459-200C-FCEF-2E2FE4DE277C}"/>
          </ac:cxnSpMkLst>
        </pc:cxnChg>
        <pc:cxnChg chg="add mod">
          <ac:chgData name="Muhammad Nur Fadzly BIN ZULKIFLI" userId="493c6823-4367-4460-83e5-12988eee07d0" providerId="ADAL" clId="{67B4E9FA-BD04-45D6-98B5-B318BC690D3A}" dt="2024-10-21T13:25:29.840" v="3359" actId="1076"/>
          <ac:cxnSpMkLst>
            <pc:docMk/>
            <pc:sldMk cId="3500102038" sldId="292"/>
            <ac:cxnSpMk id="31" creationId="{A8097145-2850-3EB2-F937-64234CF334B0}"/>
          </ac:cxnSpMkLst>
        </pc:cxnChg>
      </pc:sldChg>
      <pc:sldChg chg="addSp delSp modSp add mod setBg delAnim modAnim">
        <pc:chgData name="Muhammad Nur Fadzly BIN ZULKIFLI" userId="493c6823-4367-4460-83e5-12988eee07d0" providerId="ADAL" clId="{67B4E9FA-BD04-45D6-98B5-B318BC690D3A}" dt="2024-10-21T13:21:17.923" v="3356"/>
        <pc:sldMkLst>
          <pc:docMk/>
          <pc:sldMk cId="294258422" sldId="293"/>
        </pc:sldMkLst>
        <pc:spChg chg="del">
          <ac:chgData name="Muhammad Nur Fadzly BIN ZULKIFLI" userId="493c6823-4367-4460-83e5-12988eee07d0" providerId="ADAL" clId="{67B4E9FA-BD04-45D6-98B5-B318BC690D3A}" dt="2024-10-21T10:40:03.815" v="2397" actId="478"/>
          <ac:spMkLst>
            <pc:docMk/>
            <pc:sldMk cId="294258422" sldId="293"/>
            <ac:spMk id="11" creationId="{0AADA7B2-64FE-DA5B-E542-394C46FEC866}"/>
          </ac:spMkLst>
        </pc:spChg>
        <pc:spChg chg="del">
          <ac:chgData name="Muhammad Nur Fadzly BIN ZULKIFLI" userId="493c6823-4367-4460-83e5-12988eee07d0" providerId="ADAL" clId="{67B4E9FA-BD04-45D6-98B5-B318BC690D3A}" dt="2024-10-21T10:40:03.815" v="2397" actId="478"/>
          <ac:spMkLst>
            <pc:docMk/>
            <pc:sldMk cId="294258422" sldId="293"/>
            <ac:spMk id="13" creationId="{874FE138-F943-2840-4AD6-A444C71C37D8}"/>
          </ac:spMkLst>
        </pc:spChg>
        <pc:spChg chg="add del mod">
          <ac:chgData name="Muhammad Nur Fadzly BIN ZULKIFLI" userId="493c6823-4367-4460-83e5-12988eee07d0" providerId="ADAL" clId="{67B4E9FA-BD04-45D6-98B5-B318BC690D3A}" dt="2024-10-21T10:55:01.250" v="2444"/>
          <ac:spMkLst>
            <pc:docMk/>
            <pc:sldMk cId="294258422" sldId="293"/>
            <ac:spMk id="15" creationId="{212836A3-4725-0831-F66D-08B63FF7D516}"/>
          </ac:spMkLst>
        </pc:spChg>
        <pc:spChg chg="add mod">
          <ac:chgData name="Muhammad Nur Fadzly BIN ZULKIFLI" userId="493c6823-4367-4460-83e5-12988eee07d0" providerId="ADAL" clId="{67B4E9FA-BD04-45D6-98B5-B318BC690D3A}" dt="2024-10-21T10:42:27.271" v="2431" actId="207"/>
          <ac:spMkLst>
            <pc:docMk/>
            <pc:sldMk cId="294258422" sldId="293"/>
            <ac:spMk id="16" creationId="{839828E2-F925-2C42-1BE4-95F0BDCFFEB0}"/>
          </ac:spMkLst>
        </pc:spChg>
        <pc:spChg chg="add del mod">
          <ac:chgData name="Muhammad Nur Fadzly BIN ZULKIFLI" userId="493c6823-4367-4460-83e5-12988eee07d0" providerId="ADAL" clId="{67B4E9FA-BD04-45D6-98B5-B318BC690D3A}" dt="2024-10-21T10:55:55.430" v="2452" actId="478"/>
          <ac:spMkLst>
            <pc:docMk/>
            <pc:sldMk cId="294258422" sldId="293"/>
            <ac:spMk id="22" creationId="{C94A358C-3136-E241-F920-A45F2E1C8964}"/>
          </ac:spMkLst>
        </pc:spChg>
        <pc:spChg chg="add del mod">
          <ac:chgData name="Muhammad Nur Fadzly BIN ZULKIFLI" userId="493c6823-4367-4460-83e5-12988eee07d0" providerId="ADAL" clId="{67B4E9FA-BD04-45D6-98B5-B318BC690D3A}" dt="2024-10-21T10:56:07.478" v="2461"/>
          <ac:spMkLst>
            <pc:docMk/>
            <pc:sldMk cId="294258422" sldId="293"/>
            <ac:spMk id="24" creationId="{90B204C5-9F46-A4F2-B127-748EFA3B4A07}"/>
          </ac:spMkLst>
        </pc:spChg>
        <pc:spChg chg="add del mod">
          <ac:chgData name="Muhammad Nur Fadzly BIN ZULKIFLI" userId="493c6823-4367-4460-83e5-12988eee07d0" providerId="ADAL" clId="{67B4E9FA-BD04-45D6-98B5-B318BC690D3A}" dt="2024-10-21T10:56:13.166" v="2465" actId="478"/>
          <ac:spMkLst>
            <pc:docMk/>
            <pc:sldMk cId="294258422" sldId="293"/>
            <ac:spMk id="30" creationId="{C072BB0A-59D3-B7E6-DC0A-E87E858B114B}"/>
          </ac:spMkLst>
        </pc:spChg>
        <pc:spChg chg="del">
          <ac:chgData name="Muhammad Nur Fadzly BIN ZULKIFLI" userId="493c6823-4367-4460-83e5-12988eee07d0" providerId="ADAL" clId="{67B4E9FA-BD04-45D6-98B5-B318BC690D3A}" dt="2024-10-21T10:40:03.815" v="2397" actId="478"/>
          <ac:spMkLst>
            <pc:docMk/>
            <pc:sldMk cId="294258422" sldId="293"/>
            <ac:spMk id="36" creationId="{07BB3977-5B7F-F381-0445-DFA29D4C0FB2}"/>
          </ac:spMkLst>
        </pc:spChg>
        <pc:spChg chg="add mod">
          <ac:chgData name="Muhammad Nur Fadzly BIN ZULKIFLI" userId="493c6823-4367-4460-83e5-12988eee07d0" providerId="ADAL" clId="{67B4E9FA-BD04-45D6-98B5-B318BC690D3A}" dt="2024-10-21T11:18:17.162" v="2650" actId="1076"/>
          <ac:spMkLst>
            <pc:docMk/>
            <pc:sldMk cId="294258422" sldId="293"/>
            <ac:spMk id="48" creationId="{02C89DE0-8295-5415-96A4-F4EF5F99192A}"/>
          </ac:spMkLst>
        </pc:spChg>
        <pc:spChg chg="add mod">
          <ac:chgData name="Muhammad Nur Fadzly BIN ZULKIFLI" userId="493c6823-4367-4460-83e5-12988eee07d0" providerId="ADAL" clId="{67B4E9FA-BD04-45D6-98B5-B318BC690D3A}" dt="2024-10-21T12:08:20.239" v="2715" actId="20577"/>
          <ac:spMkLst>
            <pc:docMk/>
            <pc:sldMk cId="294258422" sldId="293"/>
            <ac:spMk id="49" creationId="{3223F4F2-DE46-BC2E-AE4C-390CD64769DE}"/>
          </ac:spMkLst>
        </pc:spChg>
        <pc:grpChg chg="del">
          <ac:chgData name="Muhammad Nur Fadzly BIN ZULKIFLI" userId="493c6823-4367-4460-83e5-12988eee07d0" providerId="ADAL" clId="{67B4E9FA-BD04-45D6-98B5-B318BC690D3A}" dt="2024-10-21T10:40:03.815" v="2397" actId="478"/>
          <ac:grpSpMkLst>
            <pc:docMk/>
            <pc:sldMk cId="294258422" sldId="293"/>
            <ac:grpSpMk id="12" creationId="{626B66E1-659A-7319-77D2-991CE09D74E1}"/>
          </ac:grpSpMkLst>
        </pc:grpChg>
        <pc:grpChg chg="add mod">
          <ac:chgData name="Muhammad Nur Fadzly BIN ZULKIFLI" userId="493c6823-4367-4460-83e5-12988eee07d0" providerId="ADAL" clId="{67B4E9FA-BD04-45D6-98B5-B318BC690D3A}" dt="2024-10-21T10:58:32.809" v="2489" actId="1076"/>
          <ac:grpSpMkLst>
            <pc:docMk/>
            <pc:sldMk cId="294258422" sldId="293"/>
            <ac:grpSpMk id="40" creationId="{C65CD1B5-F973-08D5-C36D-4EF957B68007}"/>
          </ac:grpSpMkLst>
        </pc:grpChg>
        <pc:grpChg chg="add mod ord">
          <ac:chgData name="Muhammad Nur Fadzly BIN ZULKIFLI" userId="493c6823-4367-4460-83e5-12988eee07d0" providerId="ADAL" clId="{67B4E9FA-BD04-45D6-98B5-B318BC690D3A}" dt="2024-10-21T11:27:17.032" v="2679" actId="167"/>
          <ac:grpSpMkLst>
            <pc:docMk/>
            <pc:sldMk cId="294258422" sldId="293"/>
            <ac:grpSpMk id="52" creationId="{668C98B7-803A-10EB-68A3-C83B16F98177}"/>
          </ac:grpSpMkLst>
        </pc:grpChg>
        <pc:picChg chg="del">
          <ac:chgData name="Muhammad Nur Fadzly BIN ZULKIFLI" userId="493c6823-4367-4460-83e5-12988eee07d0" providerId="ADAL" clId="{67B4E9FA-BD04-45D6-98B5-B318BC690D3A}" dt="2024-10-21T10:40:03.815" v="2397" actId="478"/>
          <ac:picMkLst>
            <pc:docMk/>
            <pc:sldMk cId="294258422" sldId="293"/>
            <ac:picMk id="2" creationId="{1D01C2BC-03BD-E588-73F2-A2A4609F2F75}"/>
          </ac:picMkLst>
        </pc:picChg>
        <pc:picChg chg="del">
          <ac:chgData name="Muhammad Nur Fadzly BIN ZULKIFLI" userId="493c6823-4367-4460-83e5-12988eee07d0" providerId="ADAL" clId="{67B4E9FA-BD04-45D6-98B5-B318BC690D3A}" dt="2024-10-21T13:20:44.239" v="3345" actId="478"/>
          <ac:picMkLst>
            <pc:docMk/>
            <pc:sldMk cId="294258422" sldId="293"/>
            <ac:picMk id="2" creationId="{9C738352-BF99-B4A1-469E-BF3D22D2E0EE}"/>
          </ac:picMkLst>
        </pc:picChg>
        <pc:picChg chg="del">
          <ac:chgData name="Muhammad Nur Fadzly BIN ZULKIFLI" userId="493c6823-4367-4460-83e5-12988eee07d0" providerId="ADAL" clId="{67B4E9FA-BD04-45D6-98B5-B318BC690D3A}" dt="2024-10-21T13:20:44.239" v="3345" actId="478"/>
          <ac:picMkLst>
            <pc:docMk/>
            <pc:sldMk cId="294258422" sldId="293"/>
            <ac:picMk id="4" creationId="{990D2CD9-3D4B-A155-5E17-E7B7B2DE10B7}"/>
          </ac:picMkLst>
        </pc:picChg>
        <pc:picChg chg="del">
          <ac:chgData name="Muhammad Nur Fadzly BIN ZULKIFLI" userId="493c6823-4367-4460-83e5-12988eee07d0" providerId="ADAL" clId="{67B4E9FA-BD04-45D6-98B5-B318BC690D3A}" dt="2024-10-21T10:40:10.280" v="2400" actId="478"/>
          <ac:picMkLst>
            <pc:docMk/>
            <pc:sldMk cId="294258422" sldId="293"/>
            <ac:picMk id="4" creationId="{F1CC7528-5091-D55E-FB8A-C02D272778B1}"/>
          </ac:picMkLst>
        </pc:picChg>
        <pc:picChg chg="add del mod">
          <ac:chgData name="Muhammad Nur Fadzly BIN ZULKIFLI" userId="493c6823-4367-4460-83e5-12988eee07d0" providerId="ADAL" clId="{67B4E9FA-BD04-45D6-98B5-B318BC690D3A}" dt="2024-10-21T13:20:52.402" v="3348" actId="1076"/>
          <ac:picMkLst>
            <pc:docMk/>
            <pc:sldMk cId="294258422" sldId="293"/>
            <ac:picMk id="5" creationId="{F3F1D67A-4D16-ACAE-46C4-B79527688E66}"/>
          </ac:picMkLst>
        </pc:picChg>
        <pc:picChg chg="add mod">
          <ac:chgData name="Muhammad Nur Fadzly BIN ZULKIFLI" userId="493c6823-4367-4460-83e5-12988eee07d0" providerId="ADAL" clId="{67B4E9FA-BD04-45D6-98B5-B318BC690D3A}" dt="2024-10-21T13:20:57.616" v="3350" actId="1076"/>
          <ac:picMkLst>
            <pc:docMk/>
            <pc:sldMk cId="294258422" sldId="293"/>
            <ac:picMk id="6" creationId="{01F1EE01-BDD7-6AFB-6717-49DBB6CB6BF2}"/>
          </ac:picMkLst>
        </pc:picChg>
        <pc:picChg chg="del">
          <ac:chgData name="Muhammad Nur Fadzly BIN ZULKIFLI" userId="493c6823-4367-4460-83e5-12988eee07d0" providerId="ADAL" clId="{67B4E9FA-BD04-45D6-98B5-B318BC690D3A}" dt="2024-10-21T10:40:09.178" v="2399" actId="478"/>
          <ac:picMkLst>
            <pc:docMk/>
            <pc:sldMk cId="294258422" sldId="293"/>
            <ac:picMk id="9" creationId="{7DF1E52B-6168-54CE-B6BA-6C51E45871F5}"/>
          </ac:picMkLst>
        </pc:picChg>
        <pc:picChg chg="del">
          <ac:chgData name="Muhammad Nur Fadzly BIN ZULKIFLI" userId="493c6823-4367-4460-83e5-12988eee07d0" providerId="ADAL" clId="{67B4E9FA-BD04-45D6-98B5-B318BC690D3A}" dt="2024-10-21T10:40:03.815" v="2397" actId="478"/>
          <ac:picMkLst>
            <pc:docMk/>
            <pc:sldMk cId="294258422" sldId="293"/>
            <ac:picMk id="10" creationId="{D9CCA449-D118-448F-8A3D-C0C6FD6642D3}"/>
          </ac:picMkLst>
        </pc:picChg>
        <pc:picChg chg="add del mod">
          <ac:chgData name="Muhammad Nur Fadzly BIN ZULKIFLI" userId="493c6823-4367-4460-83e5-12988eee07d0" providerId="ADAL" clId="{67B4E9FA-BD04-45D6-98B5-B318BC690D3A}" dt="2024-10-21T10:55:57.100" v="2455" actId="478"/>
          <ac:picMkLst>
            <pc:docMk/>
            <pc:sldMk cId="294258422" sldId="293"/>
            <ac:picMk id="18" creationId="{17B43DC3-80F3-EA74-C395-999C667AD254}"/>
          </ac:picMkLst>
        </pc:picChg>
        <pc:picChg chg="add mod">
          <ac:chgData name="Muhammad Nur Fadzly BIN ZULKIFLI" userId="493c6823-4367-4460-83e5-12988eee07d0" providerId="ADAL" clId="{67B4E9FA-BD04-45D6-98B5-B318BC690D3A}" dt="2024-10-21T10:55:55.735" v="2454"/>
          <ac:picMkLst>
            <pc:docMk/>
            <pc:sldMk cId="294258422" sldId="293"/>
            <ac:picMk id="20" creationId="{F4009F97-FBEE-E4E6-C9FF-AF31B7E8E464}"/>
          </ac:picMkLst>
        </pc:picChg>
        <pc:picChg chg="add mod">
          <ac:chgData name="Muhammad Nur Fadzly BIN ZULKIFLI" userId="493c6823-4367-4460-83e5-12988eee07d0" providerId="ADAL" clId="{67B4E9FA-BD04-45D6-98B5-B318BC690D3A}" dt="2024-10-21T10:56:04.229" v="2460"/>
          <ac:picMkLst>
            <pc:docMk/>
            <pc:sldMk cId="294258422" sldId="293"/>
            <ac:picMk id="26" creationId="{6C251F50-DD65-ED77-D16B-74004AF99A70}"/>
          </ac:picMkLst>
        </pc:picChg>
        <pc:picChg chg="add del mod">
          <ac:chgData name="Muhammad Nur Fadzly BIN ZULKIFLI" userId="493c6823-4367-4460-83e5-12988eee07d0" providerId="ADAL" clId="{67B4E9FA-BD04-45D6-98B5-B318BC690D3A}" dt="2024-10-21T10:56:09.745" v="2464" actId="478"/>
          <ac:picMkLst>
            <pc:docMk/>
            <pc:sldMk cId="294258422" sldId="293"/>
            <ac:picMk id="28" creationId="{AC3FBBFC-B05E-06AC-E60F-362BBCF302EF}"/>
          </ac:picMkLst>
        </pc:picChg>
        <pc:picChg chg="add del mod">
          <ac:chgData name="Muhammad Nur Fadzly BIN ZULKIFLI" userId="493c6823-4367-4460-83e5-12988eee07d0" providerId="ADAL" clId="{67B4E9FA-BD04-45D6-98B5-B318BC690D3A}" dt="2024-10-21T10:56:24.799" v="2474"/>
          <ac:picMkLst>
            <pc:docMk/>
            <pc:sldMk cId="294258422" sldId="293"/>
            <ac:picMk id="32" creationId="{896CE198-E935-BBF4-61D3-77276F4C1772}"/>
          </ac:picMkLst>
        </pc:picChg>
        <pc:picChg chg="add del mod">
          <ac:chgData name="Muhammad Nur Fadzly BIN ZULKIFLI" userId="493c6823-4367-4460-83e5-12988eee07d0" providerId="ADAL" clId="{67B4E9FA-BD04-45D6-98B5-B318BC690D3A}" dt="2024-10-21T10:57:32.305" v="2478" actId="478"/>
          <ac:picMkLst>
            <pc:docMk/>
            <pc:sldMk cId="294258422" sldId="293"/>
            <ac:picMk id="34" creationId="{07A2547E-12B4-CDDE-CA79-6FE64FA10991}"/>
          </ac:picMkLst>
        </pc:picChg>
        <pc:picChg chg="add mod">
          <ac:chgData name="Muhammad Nur Fadzly BIN ZULKIFLI" userId="493c6823-4367-4460-83e5-12988eee07d0" providerId="ADAL" clId="{67B4E9FA-BD04-45D6-98B5-B318BC690D3A}" dt="2024-10-21T10:58:26.303" v="2488" actId="164"/>
          <ac:picMkLst>
            <pc:docMk/>
            <pc:sldMk cId="294258422" sldId="293"/>
            <ac:picMk id="37" creationId="{9B87FFD6-9968-C2DC-CA1F-CDBE31FBCA72}"/>
          </ac:picMkLst>
        </pc:picChg>
        <pc:picChg chg="add mod">
          <ac:chgData name="Muhammad Nur Fadzly BIN ZULKIFLI" userId="493c6823-4367-4460-83e5-12988eee07d0" providerId="ADAL" clId="{67B4E9FA-BD04-45D6-98B5-B318BC690D3A}" dt="2024-10-21T10:58:26.303" v="2488" actId="164"/>
          <ac:picMkLst>
            <pc:docMk/>
            <pc:sldMk cId="294258422" sldId="293"/>
            <ac:picMk id="39" creationId="{7D4A8954-8D57-93A9-B6A5-4777AF8B252E}"/>
          </ac:picMkLst>
        </pc:picChg>
        <pc:picChg chg="add del mod">
          <ac:chgData name="Muhammad Nur Fadzly BIN ZULKIFLI" userId="493c6823-4367-4460-83e5-12988eee07d0" providerId="ADAL" clId="{67B4E9FA-BD04-45D6-98B5-B318BC690D3A}" dt="2024-10-21T11:28:55.713" v="2693" actId="1076"/>
          <ac:picMkLst>
            <pc:docMk/>
            <pc:sldMk cId="294258422" sldId="293"/>
            <ac:picMk id="41" creationId="{2734C716-7849-42BF-4390-924F71D67629}"/>
          </ac:picMkLst>
        </pc:picChg>
        <pc:picChg chg="add mod">
          <ac:chgData name="Muhammad Nur Fadzly BIN ZULKIFLI" userId="493c6823-4367-4460-83e5-12988eee07d0" providerId="ADAL" clId="{67B4E9FA-BD04-45D6-98B5-B318BC690D3A}" dt="2024-10-21T11:00:24.705" v="2502" actId="1076"/>
          <ac:picMkLst>
            <pc:docMk/>
            <pc:sldMk cId="294258422" sldId="293"/>
            <ac:picMk id="43" creationId="{888A0506-8C2F-2404-7963-8CB11A0D6C29}"/>
          </ac:picMkLst>
        </pc:picChg>
        <pc:picChg chg="add mod">
          <ac:chgData name="Muhammad Nur Fadzly BIN ZULKIFLI" userId="493c6823-4367-4460-83e5-12988eee07d0" providerId="ADAL" clId="{67B4E9FA-BD04-45D6-98B5-B318BC690D3A}" dt="2024-10-21T11:12:07.499" v="2611" actId="29295"/>
          <ac:picMkLst>
            <pc:docMk/>
            <pc:sldMk cId="294258422" sldId="293"/>
            <ac:picMk id="45" creationId="{232722E6-CFE6-6B4E-3DAB-CEA265200DFF}"/>
          </ac:picMkLst>
        </pc:picChg>
        <pc:picChg chg="add del mod">
          <ac:chgData name="Muhammad Nur Fadzly BIN ZULKIFLI" userId="493c6823-4367-4460-83e5-12988eee07d0" providerId="ADAL" clId="{67B4E9FA-BD04-45D6-98B5-B318BC690D3A}" dt="2024-10-21T11:11:24.599" v="2561" actId="478"/>
          <ac:picMkLst>
            <pc:docMk/>
            <pc:sldMk cId="294258422" sldId="293"/>
            <ac:picMk id="46" creationId="{2036721D-3C29-DD9C-412D-88E5F56491B3}"/>
          </ac:picMkLst>
        </pc:picChg>
        <pc:picChg chg="add del mod">
          <ac:chgData name="Muhammad Nur Fadzly BIN ZULKIFLI" userId="493c6823-4367-4460-83e5-12988eee07d0" providerId="ADAL" clId="{67B4E9FA-BD04-45D6-98B5-B318BC690D3A}" dt="2024-10-21T11:11:24.599" v="2561" actId="478"/>
          <ac:picMkLst>
            <pc:docMk/>
            <pc:sldMk cId="294258422" sldId="293"/>
            <ac:picMk id="47" creationId="{912A0B9E-B9B9-8F10-E5D7-38DA217EB608}"/>
          </ac:picMkLst>
        </pc:picChg>
        <pc:picChg chg="add mod">
          <ac:chgData name="Muhammad Nur Fadzly BIN ZULKIFLI" userId="493c6823-4367-4460-83e5-12988eee07d0" providerId="ADAL" clId="{67B4E9FA-BD04-45D6-98B5-B318BC690D3A}" dt="2024-10-21T11:28:09.928" v="2686" actId="1076"/>
          <ac:picMkLst>
            <pc:docMk/>
            <pc:sldMk cId="294258422" sldId="293"/>
            <ac:picMk id="51" creationId="{FEB4A958-749D-09F8-A551-F5AAF84B9190}"/>
          </ac:picMkLst>
        </pc:picChg>
        <pc:picChg chg="mod">
          <ac:chgData name="Muhammad Nur Fadzly BIN ZULKIFLI" userId="493c6823-4367-4460-83e5-12988eee07d0" providerId="ADAL" clId="{67B4E9FA-BD04-45D6-98B5-B318BC690D3A}" dt="2024-10-21T11:27:04.371" v="2674"/>
          <ac:picMkLst>
            <pc:docMk/>
            <pc:sldMk cId="294258422" sldId="293"/>
            <ac:picMk id="53" creationId="{3E6A39A6-512F-0F31-6053-14B59277B9F2}"/>
          </ac:picMkLst>
        </pc:picChg>
        <pc:picChg chg="mod">
          <ac:chgData name="Muhammad Nur Fadzly BIN ZULKIFLI" userId="493c6823-4367-4460-83e5-12988eee07d0" providerId="ADAL" clId="{67B4E9FA-BD04-45D6-98B5-B318BC690D3A}" dt="2024-10-21T11:27:04.371" v="2674"/>
          <ac:picMkLst>
            <pc:docMk/>
            <pc:sldMk cId="294258422" sldId="293"/>
            <ac:picMk id="54" creationId="{D94A3006-51F3-DBE8-778D-F9D8AC17E66A}"/>
          </ac:picMkLst>
        </pc:picChg>
        <pc:picChg chg="add mod ord">
          <ac:chgData name="Muhammad Nur Fadzly BIN ZULKIFLI" userId="493c6823-4367-4460-83e5-12988eee07d0" providerId="ADAL" clId="{67B4E9FA-BD04-45D6-98B5-B318BC690D3A}" dt="2024-10-21T11:29:46.366" v="2702" actId="1076"/>
          <ac:picMkLst>
            <pc:docMk/>
            <pc:sldMk cId="294258422" sldId="293"/>
            <ac:picMk id="55" creationId="{BD11CDCD-56C5-EC01-273D-9849DF8050B0}"/>
          </ac:picMkLst>
        </pc:picChg>
      </pc:sldChg>
      <pc:sldChg chg="addSp delSp modSp mod">
        <pc:chgData name="Muhammad Nur Fadzly BIN ZULKIFLI" userId="493c6823-4367-4460-83e5-12988eee07d0" providerId="ADAL" clId="{67B4E9FA-BD04-45D6-98B5-B318BC690D3A}" dt="2024-10-21T14:20:13.233" v="3701" actId="20577"/>
        <pc:sldMkLst>
          <pc:docMk/>
          <pc:sldMk cId="3954920172" sldId="294"/>
        </pc:sldMkLst>
        <pc:spChg chg="mod">
          <ac:chgData name="Muhammad Nur Fadzly BIN ZULKIFLI" userId="493c6823-4367-4460-83e5-12988eee07d0" providerId="ADAL" clId="{67B4E9FA-BD04-45D6-98B5-B318BC690D3A}" dt="2024-10-21T14:18:53.680" v="3598" actId="1076"/>
          <ac:spMkLst>
            <pc:docMk/>
            <pc:sldMk cId="3954920172" sldId="294"/>
            <ac:spMk id="3" creationId="{AB0D0C9B-4847-29D7-F97A-F9A0915EEC4F}"/>
          </ac:spMkLst>
        </pc:spChg>
        <pc:spChg chg="mod">
          <ac:chgData name="Muhammad Nur Fadzly BIN ZULKIFLI" userId="493c6823-4367-4460-83e5-12988eee07d0" providerId="ADAL" clId="{67B4E9FA-BD04-45D6-98B5-B318BC690D3A}" dt="2024-10-21T14:19:20.009" v="3628" actId="1076"/>
          <ac:spMkLst>
            <pc:docMk/>
            <pc:sldMk cId="3954920172" sldId="294"/>
            <ac:spMk id="6" creationId="{7EFF052E-8842-F45E-8E81-8E1C6A2FC307}"/>
          </ac:spMkLst>
        </pc:spChg>
        <pc:spChg chg="mod">
          <ac:chgData name="Muhammad Nur Fadzly BIN ZULKIFLI" userId="493c6823-4367-4460-83e5-12988eee07d0" providerId="ADAL" clId="{67B4E9FA-BD04-45D6-98B5-B318BC690D3A}" dt="2024-10-21T14:19:20.009" v="3628" actId="1076"/>
          <ac:spMkLst>
            <pc:docMk/>
            <pc:sldMk cId="3954920172" sldId="294"/>
            <ac:spMk id="7" creationId="{E3BBFE54-5B7E-D33B-CA86-7A593F11E524}"/>
          </ac:spMkLst>
        </pc:spChg>
        <pc:spChg chg="mod">
          <ac:chgData name="Muhammad Nur Fadzly BIN ZULKIFLI" userId="493c6823-4367-4460-83e5-12988eee07d0" providerId="ADAL" clId="{67B4E9FA-BD04-45D6-98B5-B318BC690D3A}" dt="2024-10-21T14:19:14.406" v="3627" actId="1076"/>
          <ac:spMkLst>
            <pc:docMk/>
            <pc:sldMk cId="3954920172" sldId="294"/>
            <ac:spMk id="8" creationId="{563D0A30-BA99-D469-BB9D-E3BA5035DA78}"/>
          </ac:spMkLst>
        </pc:spChg>
        <pc:spChg chg="mod">
          <ac:chgData name="Muhammad Nur Fadzly BIN ZULKIFLI" userId="493c6823-4367-4460-83e5-12988eee07d0" providerId="ADAL" clId="{67B4E9FA-BD04-45D6-98B5-B318BC690D3A}" dt="2024-10-21T13:48:40.301" v="3403" actId="20577"/>
          <ac:spMkLst>
            <pc:docMk/>
            <pc:sldMk cId="3954920172" sldId="294"/>
            <ac:spMk id="10" creationId="{FEF66734-98FE-2C49-8983-CB4113BFDE52}"/>
          </ac:spMkLst>
        </pc:spChg>
        <pc:spChg chg="mod">
          <ac:chgData name="Muhammad Nur Fadzly BIN ZULKIFLI" userId="493c6823-4367-4460-83e5-12988eee07d0" providerId="ADAL" clId="{67B4E9FA-BD04-45D6-98B5-B318BC690D3A}" dt="2024-10-21T13:45:53.160" v="3391" actId="14100"/>
          <ac:spMkLst>
            <pc:docMk/>
            <pc:sldMk cId="3954920172" sldId="294"/>
            <ac:spMk id="16" creationId="{7B5A52C5-E0CB-8D71-98DE-69C92CA82DB0}"/>
          </ac:spMkLst>
        </pc:spChg>
        <pc:spChg chg="add mod">
          <ac:chgData name="Muhammad Nur Fadzly BIN ZULKIFLI" userId="493c6823-4367-4460-83e5-12988eee07d0" providerId="ADAL" clId="{67B4E9FA-BD04-45D6-98B5-B318BC690D3A}" dt="2024-10-21T14:20:13.233" v="3701" actId="20577"/>
          <ac:spMkLst>
            <pc:docMk/>
            <pc:sldMk cId="3954920172" sldId="294"/>
            <ac:spMk id="24" creationId="{56F68D72-82CC-732D-874C-E35526159FB3}"/>
          </ac:spMkLst>
        </pc:spChg>
        <pc:picChg chg="add del mod">
          <ac:chgData name="Muhammad Nur Fadzly BIN ZULKIFLI" userId="493c6823-4367-4460-83e5-12988eee07d0" providerId="ADAL" clId="{67B4E9FA-BD04-45D6-98B5-B318BC690D3A}" dt="2024-10-21T13:45:35.338" v="3385" actId="478"/>
          <ac:picMkLst>
            <pc:docMk/>
            <pc:sldMk cId="3954920172" sldId="294"/>
            <ac:picMk id="2" creationId="{2EEA9F62-7107-DBCE-9BED-17B89DF2226D}"/>
          </ac:picMkLst>
        </pc:picChg>
        <pc:picChg chg="add mod">
          <ac:chgData name="Muhammad Nur Fadzly BIN ZULKIFLI" userId="493c6823-4367-4460-83e5-12988eee07d0" providerId="ADAL" clId="{67B4E9FA-BD04-45D6-98B5-B318BC690D3A}" dt="2024-10-21T14:19:20.009" v="3628" actId="1076"/>
          <ac:picMkLst>
            <pc:docMk/>
            <pc:sldMk cId="3954920172" sldId="294"/>
            <ac:picMk id="5" creationId="{258DD1DF-62A6-2D6F-9333-D04396C831B9}"/>
          </ac:picMkLst>
        </pc:picChg>
        <pc:picChg chg="add mod">
          <ac:chgData name="Muhammad Nur Fadzly BIN ZULKIFLI" userId="493c6823-4367-4460-83e5-12988eee07d0" providerId="ADAL" clId="{67B4E9FA-BD04-45D6-98B5-B318BC690D3A}" dt="2024-10-21T13:42:56.636" v="3376" actId="1076"/>
          <ac:picMkLst>
            <pc:docMk/>
            <pc:sldMk cId="3954920172" sldId="294"/>
            <ac:picMk id="12" creationId="{08783D6B-DF5E-8D16-0805-1D8ABB1D9720}"/>
          </ac:picMkLst>
        </pc:picChg>
        <pc:picChg chg="add mod">
          <ac:chgData name="Muhammad Nur Fadzly BIN ZULKIFLI" userId="493c6823-4367-4460-83e5-12988eee07d0" providerId="ADAL" clId="{67B4E9FA-BD04-45D6-98B5-B318BC690D3A}" dt="2024-10-21T13:45:48.319" v="3390" actId="1076"/>
          <ac:picMkLst>
            <pc:docMk/>
            <pc:sldMk cId="3954920172" sldId="294"/>
            <ac:picMk id="23" creationId="{B416870E-7C47-A721-0B6C-A4CF1C8E3CB4}"/>
          </ac:picMkLst>
        </pc:picChg>
      </pc:sldChg>
      <pc:sldChg chg="addSp delSp modSp mod modAnim modNotesTx">
        <pc:chgData name="Muhammad Nur Fadzly BIN ZULKIFLI" userId="493c6823-4367-4460-83e5-12988eee07d0" providerId="ADAL" clId="{67B4E9FA-BD04-45D6-98B5-B318BC690D3A}" dt="2024-10-21T14:31:09.764" v="4407" actId="20577"/>
        <pc:sldMkLst>
          <pc:docMk/>
          <pc:sldMk cId="371648416" sldId="295"/>
        </pc:sldMkLst>
        <pc:spChg chg="add mod">
          <ac:chgData name="Muhammad Nur Fadzly BIN ZULKIFLI" userId="493c6823-4367-4460-83e5-12988eee07d0" providerId="ADAL" clId="{67B4E9FA-BD04-45D6-98B5-B318BC690D3A}" dt="2024-10-21T14:20:24.933" v="3712" actId="20577"/>
          <ac:spMkLst>
            <pc:docMk/>
            <pc:sldMk cId="371648416" sldId="295"/>
            <ac:spMk id="2" creationId="{2CA1BED9-CDA7-D8EA-B144-162FBC463971}"/>
          </ac:spMkLst>
        </pc:spChg>
        <pc:spChg chg="del">
          <ac:chgData name="Muhammad Nur Fadzly BIN ZULKIFLI" userId="493c6823-4367-4460-83e5-12988eee07d0" providerId="ADAL" clId="{67B4E9FA-BD04-45D6-98B5-B318BC690D3A}" dt="2024-10-21T13:28:04.414" v="3361" actId="478"/>
          <ac:spMkLst>
            <pc:docMk/>
            <pc:sldMk cId="371648416" sldId="295"/>
            <ac:spMk id="2" creationId="{2E98358F-65E5-6DFE-8804-A62D3B19FB25}"/>
          </ac:spMkLst>
        </pc:spChg>
        <pc:spChg chg="mod">
          <ac:chgData name="Muhammad Nur Fadzly BIN ZULKIFLI" userId="493c6823-4367-4460-83e5-12988eee07d0" providerId="ADAL" clId="{67B4E9FA-BD04-45D6-98B5-B318BC690D3A}" dt="2024-10-21T14:15:48.947" v="3517" actId="113"/>
          <ac:spMkLst>
            <pc:docMk/>
            <pc:sldMk cId="371648416" sldId="295"/>
            <ac:spMk id="4" creationId="{6984A6AF-705C-059B-63E1-2C15500FF661}"/>
          </ac:spMkLst>
        </pc:spChg>
        <pc:grpChg chg="add mod">
          <ac:chgData name="Muhammad Nur Fadzly BIN ZULKIFLI" userId="493c6823-4367-4460-83e5-12988eee07d0" providerId="ADAL" clId="{67B4E9FA-BD04-45D6-98B5-B318BC690D3A}" dt="2024-10-21T14:13:46.360" v="3514" actId="1076"/>
          <ac:grpSpMkLst>
            <pc:docMk/>
            <pc:sldMk cId="371648416" sldId="295"/>
            <ac:grpSpMk id="6" creationId="{8E9D003E-3FE0-96EE-5766-0F2745900FC9}"/>
          </ac:grpSpMkLst>
        </pc:grpChg>
        <pc:grpChg chg="add mod">
          <ac:chgData name="Muhammad Nur Fadzly BIN ZULKIFLI" userId="493c6823-4367-4460-83e5-12988eee07d0" providerId="ADAL" clId="{67B4E9FA-BD04-45D6-98B5-B318BC690D3A}" dt="2024-10-21T14:13:46.360" v="3514" actId="1076"/>
          <ac:grpSpMkLst>
            <pc:docMk/>
            <pc:sldMk cId="371648416" sldId="295"/>
            <ac:grpSpMk id="16" creationId="{2CFC412E-8C5F-F478-F28E-3890AAFB0CB2}"/>
          </ac:grpSpMkLst>
        </pc:grpChg>
        <pc:picChg chg="add mod">
          <ac:chgData name="Muhammad Nur Fadzly BIN ZULKIFLI" userId="493c6823-4367-4460-83e5-12988eee07d0" providerId="ADAL" clId="{67B4E9FA-BD04-45D6-98B5-B318BC690D3A}" dt="2024-10-21T13:26:00.180" v="3360" actId="1076"/>
          <ac:picMkLst>
            <pc:docMk/>
            <pc:sldMk cId="371648416" sldId="295"/>
            <ac:picMk id="4" creationId="{4232DF57-8B79-E6C7-203E-A440FB06EE04}"/>
          </ac:picMkLst>
        </pc:picChg>
        <pc:picChg chg="add mod">
          <ac:chgData name="Muhammad Nur Fadzly BIN ZULKIFLI" userId="493c6823-4367-4460-83e5-12988eee07d0" providerId="ADAL" clId="{67B4E9FA-BD04-45D6-98B5-B318BC690D3A}" dt="2024-10-21T13:26:00.180" v="3360" actId="1076"/>
          <ac:picMkLst>
            <pc:docMk/>
            <pc:sldMk cId="371648416" sldId="295"/>
            <ac:picMk id="5" creationId="{ADBA6933-8603-D21A-BB74-C1D7DF0067EE}"/>
          </ac:picMkLst>
        </pc:picChg>
        <pc:picChg chg="mod">
          <ac:chgData name="Muhammad Nur Fadzly BIN ZULKIFLI" userId="493c6823-4367-4460-83e5-12988eee07d0" providerId="ADAL" clId="{67B4E9FA-BD04-45D6-98B5-B318BC690D3A}" dt="2024-10-21T13:28:06.717" v="3362"/>
          <ac:picMkLst>
            <pc:docMk/>
            <pc:sldMk cId="371648416" sldId="295"/>
            <ac:picMk id="7" creationId="{B604CBDA-0010-563E-EDBB-B4E90D8AE8E1}"/>
          </ac:picMkLst>
        </pc:picChg>
        <pc:picChg chg="mod">
          <ac:chgData name="Muhammad Nur Fadzly BIN ZULKIFLI" userId="493c6823-4367-4460-83e5-12988eee07d0" providerId="ADAL" clId="{67B4E9FA-BD04-45D6-98B5-B318BC690D3A}" dt="2024-10-21T13:28:06.717" v="3362"/>
          <ac:picMkLst>
            <pc:docMk/>
            <pc:sldMk cId="371648416" sldId="295"/>
            <ac:picMk id="8" creationId="{5F9D14B0-4C90-287F-AA39-9845A74A8EAB}"/>
          </ac:picMkLst>
        </pc:picChg>
        <pc:picChg chg="add mod">
          <ac:chgData name="Muhammad Nur Fadzly BIN ZULKIFLI" userId="493c6823-4367-4460-83e5-12988eee07d0" providerId="ADAL" clId="{67B4E9FA-BD04-45D6-98B5-B318BC690D3A}" dt="2024-10-21T14:13:46.360" v="3514" actId="1076"/>
          <ac:picMkLst>
            <pc:docMk/>
            <pc:sldMk cId="371648416" sldId="295"/>
            <ac:picMk id="9" creationId="{9D0EA9F6-9C3F-90F2-F9BB-BB0B41EB50B1}"/>
          </ac:picMkLst>
        </pc:picChg>
        <pc:picChg chg="add mod">
          <ac:chgData name="Muhammad Nur Fadzly BIN ZULKIFLI" userId="493c6823-4367-4460-83e5-12988eee07d0" providerId="ADAL" clId="{67B4E9FA-BD04-45D6-98B5-B318BC690D3A}" dt="2024-10-21T14:13:46.360" v="3514" actId="1076"/>
          <ac:picMkLst>
            <pc:docMk/>
            <pc:sldMk cId="371648416" sldId="295"/>
            <ac:picMk id="10" creationId="{B5680C68-6E88-16A3-C1D8-52A4EE942EFD}"/>
          </ac:picMkLst>
        </pc:picChg>
        <pc:picChg chg="add del mod">
          <ac:chgData name="Muhammad Nur Fadzly BIN ZULKIFLI" userId="493c6823-4367-4460-83e5-12988eee07d0" providerId="ADAL" clId="{67B4E9FA-BD04-45D6-98B5-B318BC690D3A}" dt="2024-10-21T13:35:58.312" v="3370" actId="478"/>
          <ac:picMkLst>
            <pc:docMk/>
            <pc:sldMk cId="371648416" sldId="295"/>
            <ac:picMk id="12" creationId="{D3836321-390B-A6EB-0458-801E89D70A9F}"/>
          </ac:picMkLst>
        </pc:picChg>
        <pc:picChg chg="add mod">
          <ac:chgData name="Muhammad Nur Fadzly BIN ZULKIFLI" userId="493c6823-4367-4460-83e5-12988eee07d0" providerId="ADAL" clId="{67B4E9FA-BD04-45D6-98B5-B318BC690D3A}" dt="2024-10-21T13:55:01.016" v="3447" actId="164"/>
          <ac:picMkLst>
            <pc:docMk/>
            <pc:sldMk cId="371648416" sldId="295"/>
            <ac:picMk id="14" creationId="{EF01EC0A-44CC-3650-1E8B-0BA8CCF6670A}"/>
          </ac:picMkLst>
        </pc:picChg>
        <pc:picChg chg="add mod ord">
          <ac:chgData name="Muhammad Nur Fadzly BIN ZULKIFLI" userId="493c6823-4367-4460-83e5-12988eee07d0" providerId="ADAL" clId="{67B4E9FA-BD04-45D6-98B5-B318BC690D3A}" dt="2024-10-21T13:55:01.016" v="3447" actId="164"/>
          <ac:picMkLst>
            <pc:docMk/>
            <pc:sldMk cId="371648416" sldId="295"/>
            <ac:picMk id="15" creationId="{74EF1306-E00A-4FE8-2D88-4E3C5BE54AFD}"/>
          </ac:picMkLst>
        </pc:picChg>
      </pc:sldChg>
      <pc:sldChg chg="addSp delSp modSp mod">
        <pc:chgData name="Muhammad Nur Fadzly BIN ZULKIFLI" userId="493c6823-4367-4460-83e5-12988eee07d0" providerId="ADAL" clId="{67B4E9FA-BD04-45D6-98B5-B318BC690D3A}" dt="2024-10-21T14:20:01.771" v="3685" actId="6549"/>
        <pc:sldMkLst>
          <pc:docMk/>
          <pc:sldMk cId="3283848011" sldId="296"/>
        </pc:sldMkLst>
        <pc:spChg chg="add mod">
          <ac:chgData name="Muhammad Nur Fadzly BIN ZULKIFLI" userId="493c6823-4367-4460-83e5-12988eee07d0" providerId="ADAL" clId="{67B4E9FA-BD04-45D6-98B5-B318BC690D3A}" dt="2024-10-21T14:20:01.771" v="3685" actId="6549"/>
          <ac:spMkLst>
            <pc:docMk/>
            <pc:sldMk cId="3283848011" sldId="296"/>
            <ac:spMk id="2" creationId="{64200EC4-6C12-3648-EDC8-624160FBC580}"/>
          </ac:spMkLst>
        </pc:spChg>
        <pc:spChg chg="del mod">
          <ac:chgData name="Muhammad Nur Fadzly BIN ZULKIFLI" userId="493c6823-4367-4460-83e5-12988eee07d0" providerId="ADAL" clId="{67B4E9FA-BD04-45D6-98B5-B318BC690D3A}" dt="2024-10-21T14:19:47.009" v="3649" actId="478"/>
          <ac:spMkLst>
            <pc:docMk/>
            <pc:sldMk cId="3283848011" sldId="296"/>
            <ac:spMk id="6" creationId="{7EFF052E-8842-F45E-8E81-8E1C6A2FC307}"/>
          </ac:spMkLst>
        </pc:spChg>
        <pc:spChg chg="del">
          <ac:chgData name="Muhammad Nur Fadzly BIN ZULKIFLI" userId="493c6823-4367-4460-83e5-12988eee07d0" providerId="ADAL" clId="{67B4E9FA-BD04-45D6-98B5-B318BC690D3A}" dt="2024-10-21T14:19:47.009" v="3649" actId="478"/>
          <ac:spMkLst>
            <pc:docMk/>
            <pc:sldMk cId="3283848011" sldId="296"/>
            <ac:spMk id="7" creationId="{E3BBFE54-5B7E-D33B-CA86-7A593F11E524}"/>
          </ac:spMkLst>
        </pc:spChg>
        <pc:spChg chg="del">
          <ac:chgData name="Muhammad Nur Fadzly BIN ZULKIFLI" userId="493c6823-4367-4460-83e5-12988eee07d0" providerId="ADAL" clId="{67B4E9FA-BD04-45D6-98B5-B318BC690D3A}" dt="2024-10-21T14:19:47.009" v="3649" actId="478"/>
          <ac:spMkLst>
            <pc:docMk/>
            <pc:sldMk cId="3283848011" sldId="296"/>
            <ac:spMk id="8" creationId="{563D0A30-BA99-D469-BB9D-E3BA5035DA78}"/>
          </ac:spMkLst>
        </pc:spChg>
        <pc:spChg chg="add mod">
          <ac:chgData name="Muhammad Nur Fadzly BIN ZULKIFLI" userId="493c6823-4367-4460-83e5-12988eee07d0" providerId="ADAL" clId="{67B4E9FA-BD04-45D6-98B5-B318BC690D3A}" dt="2024-10-21T14:19:47.670" v="3650"/>
          <ac:spMkLst>
            <pc:docMk/>
            <pc:sldMk cId="3283848011" sldId="296"/>
            <ac:spMk id="26" creationId="{0C337A7C-F4B0-ECD2-08EE-DAB28CEE0544}"/>
          </ac:spMkLst>
        </pc:spChg>
        <pc:spChg chg="add mod">
          <ac:chgData name="Muhammad Nur Fadzly BIN ZULKIFLI" userId="493c6823-4367-4460-83e5-12988eee07d0" providerId="ADAL" clId="{67B4E9FA-BD04-45D6-98B5-B318BC690D3A}" dt="2024-10-21T14:19:47.670" v="3650"/>
          <ac:spMkLst>
            <pc:docMk/>
            <pc:sldMk cId="3283848011" sldId="296"/>
            <ac:spMk id="27" creationId="{D98EE411-C097-F574-2DE6-26BE1B9F3C64}"/>
          </ac:spMkLst>
        </pc:spChg>
        <pc:spChg chg="add mod">
          <ac:chgData name="Muhammad Nur Fadzly BIN ZULKIFLI" userId="493c6823-4367-4460-83e5-12988eee07d0" providerId="ADAL" clId="{67B4E9FA-BD04-45D6-98B5-B318BC690D3A}" dt="2024-10-21T14:19:47.670" v="3650"/>
          <ac:spMkLst>
            <pc:docMk/>
            <pc:sldMk cId="3283848011" sldId="296"/>
            <ac:spMk id="28" creationId="{DF0DCE9F-E273-4A7E-769B-66A423BBE071}"/>
          </ac:spMkLst>
        </pc:spChg>
        <pc:picChg chg="del">
          <ac:chgData name="Muhammad Nur Fadzly BIN ZULKIFLI" userId="493c6823-4367-4460-83e5-12988eee07d0" providerId="ADAL" clId="{67B4E9FA-BD04-45D6-98B5-B318BC690D3A}" dt="2024-10-21T14:19:47.009" v="3649" actId="478"/>
          <ac:picMkLst>
            <pc:docMk/>
            <pc:sldMk cId="3283848011" sldId="296"/>
            <ac:picMk id="5" creationId="{258DD1DF-62A6-2D6F-9333-D04396C831B9}"/>
          </ac:picMkLst>
        </pc:picChg>
        <pc:picChg chg="add mod">
          <ac:chgData name="Muhammad Nur Fadzly BIN ZULKIFLI" userId="493c6823-4367-4460-83e5-12988eee07d0" providerId="ADAL" clId="{67B4E9FA-BD04-45D6-98B5-B318BC690D3A}" dt="2024-10-21T14:19:47.670" v="3650"/>
          <ac:picMkLst>
            <pc:docMk/>
            <pc:sldMk cId="3283848011" sldId="296"/>
            <ac:picMk id="25" creationId="{6742CFE5-5A24-F104-57F2-0AC62C20F685}"/>
          </ac:picMkLst>
        </pc:picChg>
      </pc:sldChg>
      <pc:sldChg chg="addSp delSp modSp add mod setBg delAnim modAnim">
        <pc:chgData name="Muhammad Nur Fadzly BIN ZULKIFLI" userId="493c6823-4367-4460-83e5-12988eee07d0" providerId="ADAL" clId="{67B4E9FA-BD04-45D6-98B5-B318BC690D3A}" dt="2024-10-21T14:49:03.403" v="4615" actId="207"/>
        <pc:sldMkLst>
          <pc:docMk/>
          <pc:sldMk cId="2493741567" sldId="297"/>
        </pc:sldMkLst>
        <pc:spChg chg="mod">
          <ac:chgData name="Muhammad Nur Fadzly BIN ZULKIFLI" userId="493c6823-4367-4460-83e5-12988eee07d0" providerId="ADAL" clId="{67B4E9FA-BD04-45D6-98B5-B318BC690D3A}" dt="2024-10-21T14:49:03.403" v="4615" actId="207"/>
          <ac:spMkLst>
            <pc:docMk/>
            <pc:sldMk cId="2493741567" sldId="297"/>
            <ac:spMk id="2" creationId="{B321C496-4B43-4731-62B7-D1413B59C4FB}"/>
          </ac:spMkLst>
        </pc:spChg>
        <pc:spChg chg="add del mod">
          <ac:chgData name="Muhammad Nur Fadzly BIN ZULKIFLI" userId="493c6823-4367-4460-83e5-12988eee07d0" providerId="ADAL" clId="{67B4E9FA-BD04-45D6-98B5-B318BC690D3A}" dt="2024-10-21T14:46:06.181" v="4491" actId="478"/>
          <ac:spMkLst>
            <pc:docMk/>
            <pc:sldMk cId="2493741567" sldId="297"/>
            <ac:spMk id="7" creationId="{73FA1205-F92D-7AB0-FC49-CE835B1F4D0A}"/>
          </ac:spMkLst>
        </pc:spChg>
        <pc:spChg chg="add mod">
          <ac:chgData name="Muhammad Nur Fadzly BIN ZULKIFLI" userId="493c6823-4367-4460-83e5-12988eee07d0" providerId="ADAL" clId="{67B4E9FA-BD04-45D6-98B5-B318BC690D3A}" dt="2024-10-21T14:46:25.026" v="4494" actId="1076"/>
          <ac:spMkLst>
            <pc:docMk/>
            <pc:sldMk cId="2493741567" sldId="297"/>
            <ac:spMk id="8" creationId="{173C49C2-4650-AF5C-A0D0-F41FC9BBA327}"/>
          </ac:spMkLst>
        </pc:spChg>
        <pc:spChg chg="add mod">
          <ac:chgData name="Muhammad Nur Fadzly BIN ZULKIFLI" userId="493c6823-4367-4460-83e5-12988eee07d0" providerId="ADAL" clId="{67B4E9FA-BD04-45D6-98B5-B318BC690D3A}" dt="2024-10-21T14:48:34.075" v="4612" actId="313"/>
          <ac:spMkLst>
            <pc:docMk/>
            <pc:sldMk cId="2493741567" sldId="297"/>
            <ac:spMk id="9" creationId="{CD6E7E27-3E9C-9897-7EF1-68CD5E670BEF}"/>
          </ac:spMkLst>
        </pc:spChg>
        <pc:spChg chg="add mod">
          <ac:chgData name="Muhammad Nur Fadzly BIN ZULKIFLI" userId="493c6823-4367-4460-83e5-12988eee07d0" providerId="ADAL" clId="{67B4E9FA-BD04-45D6-98B5-B318BC690D3A}" dt="2024-10-21T14:47:40.604" v="4543" actId="1076"/>
          <ac:spMkLst>
            <pc:docMk/>
            <pc:sldMk cId="2493741567" sldId="297"/>
            <ac:spMk id="10" creationId="{20F3FEB2-C5E2-A362-0AFC-057039064141}"/>
          </ac:spMkLst>
        </pc:spChg>
        <pc:spChg chg="add mod">
          <ac:chgData name="Muhammad Nur Fadzly BIN ZULKIFLI" userId="493c6823-4367-4460-83e5-12988eee07d0" providerId="ADAL" clId="{67B4E9FA-BD04-45D6-98B5-B318BC690D3A}" dt="2024-10-21T14:48:27.295" v="4606" actId="313"/>
          <ac:spMkLst>
            <pc:docMk/>
            <pc:sldMk cId="2493741567" sldId="297"/>
            <ac:spMk id="11" creationId="{18BBFF3A-2710-5FF6-EA74-054C108727A8}"/>
          </ac:spMkLst>
        </pc:spChg>
        <pc:spChg chg="del">
          <ac:chgData name="Muhammad Nur Fadzly BIN ZULKIFLI" userId="493c6823-4367-4460-83e5-12988eee07d0" providerId="ADAL" clId="{67B4E9FA-BD04-45D6-98B5-B318BC690D3A}" dt="2024-10-21T14:46:02.273" v="4490" actId="478"/>
          <ac:spMkLst>
            <pc:docMk/>
            <pc:sldMk cId="2493741567" sldId="297"/>
            <ac:spMk id="20" creationId="{30E1E833-FC61-69DD-E69C-6D0BFA88E3E9}"/>
          </ac:spMkLst>
        </pc:spChg>
        <pc:spChg chg="del">
          <ac:chgData name="Muhammad Nur Fadzly BIN ZULKIFLI" userId="493c6823-4367-4460-83e5-12988eee07d0" providerId="ADAL" clId="{67B4E9FA-BD04-45D6-98B5-B318BC690D3A}" dt="2024-10-21T14:46:02.273" v="4490" actId="478"/>
          <ac:spMkLst>
            <pc:docMk/>
            <pc:sldMk cId="2493741567" sldId="297"/>
            <ac:spMk id="21" creationId="{3EA848CD-3399-8646-CE70-4EE37AF29B13}"/>
          </ac:spMkLst>
        </pc:spChg>
        <pc:spChg chg="del">
          <ac:chgData name="Muhammad Nur Fadzly BIN ZULKIFLI" userId="493c6823-4367-4460-83e5-12988eee07d0" providerId="ADAL" clId="{67B4E9FA-BD04-45D6-98B5-B318BC690D3A}" dt="2024-10-21T14:46:02.273" v="4490" actId="478"/>
          <ac:spMkLst>
            <pc:docMk/>
            <pc:sldMk cId="2493741567" sldId="297"/>
            <ac:spMk id="22" creationId="{7F65147B-7E1D-AD76-711E-C3BFADC5C5C9}"/>
          </ac:spMkLst>
        </pc:spChg>
        <pc:spChg chg="del">
          <ac:chgData name="Muhammad Nur Fadzly BIN ZULKIFLI" userId="493c6823-4367-4460-83e5-12988eee07d0" providerId="ADAL" clId="{67B4E9FA-BD04-45D6-98B5-B318BC690D3A}" dt="2024-10-21T14:46:02.273" v="4490" actId="478"/>
          <ac:spMkLst>
            <pc:docMk/>
            <pc:sldMk cId="2493741567" sldId="297"/>
            <ac:spMk id="23" creationId="{48BE4957-52F6-FDDB-AF6C-BF9CD5CC6C52}"/>
          </ac:spMkLst>
        </pc:spChg>
        <pc:spChg chg="del">
          <ac:chgData name="Muhammad Nur Fadzly BIN ZULKIFLI" userId="493c6823-4367-4460-83e5-12988eee07d0" providerId="ADAL" clId="{67B4E9FA-BD04-45D6-98B5-B318BC690D3A}" dt="2024-10-21T14:46:02.273" v="4490" actId="478"/>
          <ac:spMkLst>
            <pc:docMk/>
            <pc:sldMk cId="2493741567" sldId="297"/>
            <ac:spMk id="24" creationId="{D79910D1-4A89-FD0B-9B4D-3E8C6342A131}"/>
          </ac:spMkLst>
        </pc:spChg>
        <pc:spChg chg="del">
          <ac:chgData name="Muhammad Nur Fadzly BIN ZULKIFLI" userId="493c6823-4367-4460-83e5-12988eee07d0" providerId="ADAL" clId="{67B4E9FA-BD04-45D6-98B5-B318BC690D3A}" dt="2024-10-21T14:46:02.273" v="4490" actId="478"/>
          <ac:spMkLst>
            <pc:docMk/>
            <pc:sldMk cId="2493741567" sldId="297"/>
            <ac:spMk id="26" creationId="{4581CE52-7D58-C5B1-3F1E-FB9311DC4F77}"/>
          </ac:spMkLst>
        </pc:spChg>
        <pc:spChg chg="del">
          <ac:chgData name="Muhammad Nur Fadzly BIN ZULKIFLI" userId="493c6823-4367-4460-83e5-12988eee07d0" providerId="ADAL" clId="{67B4E9FA-BD04-45D6-98B5-B318BC690D3A}" dt="2024-10-21T14:46:02.273" v="4490" actId="478"/>
          <ac:spMkLst>
            <pc:docMk/>
            <pc:sldMk cId="2493741567" sldId="297"/>
            <ac:spMk id="27" creationId="{B7D34363-B0A9-3104-F115-F3C6B31048E7}"/>
          </ac:spMkLst>
        </pc:spChg>
        <pc:spChg chg="del">
          <ac:chgData name="Muhammad Nur Fadzly BIN ZULKIFLI" userId="493c6823-4367-4460-83e5-12988eee07d0" providerId="ADAL" clId="{67B4E9FA-BD04-45D6-98B5-B318BC690D3A}" dt="2024-10-21T14:46:02.273" v="4490" actId="478"/>
          <ac:spMkLst>
            <pc:docMk/>
            <pc:sldMk cId="2493741567" sldId="297"/>
            <ac:spMk id="28" creationId="{9D4A39E2-C580-0997-78C2-987863515470}"/>
          </ac:spMkLst>
        </pc:spChg>
        <pc:picChg chg="add del mod ord">
          <ac:chgData name="Muhammad Nur Fadzly BIN ZULKIFLI" userId="493c6823-4367-4460-83e5-12988eee07d0" providerId="ADAL" clId="{67B4E9FA-BD04-45D6-98B5-B318BC690D3A}" dt="2024-10-21T14:33:34.995" v="4487" actId="478"/>
          <ac:picMkLst>
            <pc:docMk/>
            <pc:sldMk cId="2493741567" sldId="297"/>
            <ac:picMk id="5" creationId="{65857BCB-D33E-DDB8-E99D-C29514D2A0D9}"/>
          </ac:picMkLst>
        </pc:picChg>
      </pc:sldChg>
      <pc:sldChg chg="addSp delSp modSp add mod setBg">
        <pc:chgData name="Muhammad Nur Fadzly BIN ZULKIFLI" userId="493c6823-4367-4460-83e5-12988eee07d0" providerId="ADAL" clId="{67B4E9FA-BD04-45D6-98B5-B318BC690D3A}" dt="2024-10-21T14:55:10.944" v="4664"/>
        <pc:sldMkLst>
          <pc:docMk/>
          <pc:sldMk cId="3467473938" sldId="298"/>
        </pc:sldMkLst>
        <pc:spChg chg="mod">
          <ac:chgData name="Muhammad Nur Fadzly BIN ZULKIFLI" userId="493c6823-4367-4460-83e5-12988eee07d0" providerId="ADAL" clId="{67B4E9FA-BD04-45D6-98B5-B318BC690D3A}" dt="2024-10-21T14:50:13.499" v="4628" actId="20577"/>
          <ac:spMkLst>
            <pc:docMk/>
            <pc:sldMk cId="3467473938" sldId="298"/>
            <ac:spMk id="2" creationId="{FA335BD0-B521-E454-B10D-7FDCD1137255}"/>
          </ac:spMkLst>
        </pc:spChg>
        <pc:spChg chg="del">
          <ac:chgData name="Muhammad Nur Fadzly BIN ZULKIFLI" userId="493c6823-4367-4460-83e5-12988eee07d0" providerId="ADAL" clId="{67B4E9FA-BD04-45D6-98B5-B318BC690D3A}" dt="2024-10-21T14:52:41.462" v="4662" actId="478"/>
          <ac:spMkLst>
            <pc:docMk/>
            <pc:sldMk cId="3467473938" sldId="298"/>
            <ac:spMk id="3" creationId="{7E7162D8-52AD-1216-3A5C-BC74A90B82DB}"/>
          </ac:spMkLst>
        </pc:spChg>
        <pc:spChg chg="add del mod">
          <ac:chgData name="Muhammad Nur Fadzly BIN ZULKIFLI" userId="493c6823-4367-4460-83e5-12988eee07d0" providerId="ADAL" clId="{67B4E9FA-BD04-45D6-98B5-B318BC690D3A}" dt="2024-10-21T14:51:07.479" v="4642" actId="11529"/>
          <ac:spMkLst>
            <pc:docMk/>
            <pc:sldMk cId="3467473938" sldId="298"/>
            <ac:spMk id="4" creationId="{85F87AA2-72D8-6A9E-2028-0CC7771A74A9}"/>
          </ac:spMkLst>
        </pc:spChg>
        <pc:spChg chg="del">
          <ac:chgData name="Muhammad Nur Fadzly BIN ZULKIFLI" userId="493c6823-4367-4460-83e5-12988eee07d0" providerId="ADAL" clId="{67B4E9FA-BD04-45D6-98B5-B318BC690D3A}" dt="2024-10-21T14:52:39.910" v="4661" actId="478"/>
          <ac:spMkLst>
            <pc:docMk/>
            <pc:sldMk cId="3467473938" sldId="298"/>
            <ac:spMk id="5" creationId="{EB73A868-40EF-BD74-8F5A-99DFF43A3CE2}"/>
          </ac:spMkLst>
        </pc:spChg>
        <pc:spChg chg="mod">
          <ac:chgData name="Muhammad Nur Fadzly BIN ZULKIFLI" userId="493c6823-4367-4460-83e5-12988eee07d0" providerId="ADAL" clId="{67B4E9FA-BD04-45D6-98B5-B318BC690D3A}" dt="2024-10-21T14:50:17.705" v="4632" actId="20577"/>
          <ac:spMkLst>
            <pc:docMk/>
            <pc:sldMk cId="3467473938" sldId="298"/>
            <ac:spMk id="12" creationId="{C82FA898-9E7C-E702-BCEE-BC8B22590D33}"/>
          </ac:spMkLst>
        </pc:spChg>
        <pc:picChg chg="del mod">
          <ac:chgData name="Muhammad Nur Fadzly BIN ZULKIFLI" userId="493c6823-4367-4460-83e5-12988eee07d0" providerId="ADAL" clId="{67B4E9FA-BD04-45D6-98B5-B318BC690D3A}" dt="2024-10-21T14:52:34.316" v="4660" actId="478"/>
          <ac:picMkLst>
            <pc:docMk/>
            <pc:sldMk cId="3467473938" sldId="298"/>
            <ac:picMk id="11" creationId="{01F7E48A-8D38-92A3-3B81-D4C34C96C059}"/>
          </ac:picMkLst>
        </pc:picChg>
        <pc:picChg chg="add del mod">
          <ac:chgData name="Muhammad Nur Fadzly BIN ZULKIFLI" userId="493c6823-4367-4460-83e5-12988eee07d0" providerId="ADAL" clId="{67B4E9FA-BD04-45D6-98B5-B318BC690D3A}" dt="2024-10-21T14:52:02.541" v="4648" actId="478"/>
          <ac:picMkLst>
            <pc:docMk/>
            <pc:sldMk cId="3467473938" sldId="298"/>
            <ac:picMk id="13" creationId="{0074766D-0C4C-BD9B-D599-0BB64F314C02}"/>
          </ac:picMkLst>
        </pc:picChg>
        <pc:picChg chg="add mod ord">
          <ac:chgData name="Muhammad Nur Fadzly BIN ZULKIFLI" userId="493c6823-4367-4460-83e5-12988eee07d0" providerId="ADAL" clId="{67B4E9FA-BD04-45D6-98B5-B318BC690D3A}" dt="2024-10-21T14:52:32.375" v="4659" actId="167"/>
          <ac:picMkLst>
            <pc:docMk/>
            <pc:sldMk cId="3467473938" sldId="298"/>
            <ac:picMk id="15" creationId="{6217B3E9-FAD2-2CDE-A3C2-5476F6C5B6C3}"/>
          </ac:picMkLst>
        </pc:picChg>
      </pc:sldChg>
      <pc:sldChg chg="add del setBg">
        <pc:chgData name="Muhammad Nur Fadzly BIN ZULKIFLI" userId="493c6823-4367-4460-83e5-12988eee07d0" providerId="ADAL" clId="{67B4E9FA-BD04-45D6-98B5-B318BC690D3A}" dt="2024-10-21T14:49:46.893" v="4617"/>
        <pc:sldMkLst>
          <pc:docMk/>
          <pc:sldMk cId="3670489057" sldId="298"/>
        </pc:sldMkLst>
      </pc:sldChg>
    </pc:docChg>
  </pc:docChgLst>
  <pc:docChgLst>
    <pc:chgData name="Dalton Koh" userId="S::d.koh@digipen.edu::137d2714-8927-4b87-8ea1-b3bd7781ffa2" providerId="AD" clId="Web-{C0D77F2D-CEEE-A657-717A-A25CF20C672A}"/>
    <pc:docChg chg="addSld delSld modSld">
      <pc:chgData name="Dalton Koh" userId="S::d.koh@digipen.edu::137d2714-8927-4b87-8ea1-b3bd7781ffa2" providerId="AD" clId="Web-{C0D77F2D-CEEE-A657-717A-A25CF20C672A}" dt="2024-10-21T14:11:33.037" v="2501" actId="1076"/>
      <pc:docMkLst>
        <pc:docMk/>
      </pc:docMkLst>
      <pc:sldChg chg="addSp delSp modSp mod setBg setClrOvrMap">
        <pc:chgData name="Dalton Koh" userId="S::d.koh@digipen.edu::137d2714-8927-4b87-8ea1-b3bd7781ffa2" providerId="AD" clId="Web-{C0D77F2D-CEEE-A657-717A-A25CF20C672A}" dt="2024-10-21T01:44:58.512" v="47"/>
        <pc:sldMkLst>
          <pc:docMk/>
          <pc:sldMk cId="109857222" sldId="256"/>
        </pc:sldMkLst>
        <pc:spChg chg="mod">
          <ac:chgData name="Dalton Koh" userId="S::d.koh@digipen.edu::137d2714-8927-4b87-8ea1-b3bd7781ffa2" providerId="AD" clId="Web-{C0D77F2D-CEEE-A657-717A-A25CF20C672A}" dt="2024-10-21T01:37:22.372" v="1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alton Koh" userId="S::d.koh@digipen.edu::137d2714-8927-4b87-8ea1-b3bd7781ffa2" providerId="AD" clId="Web-{C0D77F2D-CEEE-A657-717A-A25CF20C672A}" dt="2024-10-21T01:36:43.324" v="9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Dalton Koh" userId="S::d.koh@digipen.edu::137d2714-8927-4b87-8ea1-b3bd7781ffa2" providerId="AD" clId="Web-{C0D77F2D-CEEE-A657-717A-A25CF20C672A}" dt="2024-10-21T01:36:43.324" v="9"/>
          <ac:spMkLst>
            <pc:docMk/>
            <pc:sldMk cId="109857222" sldId="256"/>
            <ac:spMk id="5" creationId="{DB14B52F-5862-7A44-B9FE-BE0AB267131E}"/>
          </ac:spMkLst>
        </pc:spChg>
        <pc:spChg chg="add del">
          <ac:chgData name="Dalton Koh" userId="S::d.koh@digipen.edu::137d2714-8927-4b87-8ea1-b3bd7781ffa2" providerId="AD" clId="Web-{C0D77F2D-CEEE-A657-717A-A25CF20C672A}" dt="2024-10-21T01:35:10.712" v="1"/>
          <ac:spMkLst>
            <pc:docMk/>
            <pc:sldMk cId="109857222" sldId="256"/>
            <ac:spMk id="10" creationId="{9F7D788E-2C1B-4EF4-8719-12613771FF98}"/>
          </ac:spMkLst>
        </pc:spChg>
        <pc:spChg chg="add del">
          <ac:chgData name="Dalton Koh" userId="S::d.koh@digipen.edu::137d2714-8927-4b87-8ea1-b3bd7781ffa2" providerId="AD" clId="Web-{C0D77F2D-CEEE-A657-717A-A25CF20C672A}" dt="2024-10-21T01:35:10.712" v="1"/>
          <ac:spMkLst>
            <pc:docMk/>
            <pc:sldMk cId="109857222" sldId="256"/>
            <ac:spMk id="12" creationId="{7C54E824-C0F4-480B-BC88-689F50C45FBD}"/>
          </ac:spMkLst>
        </pc:spChg>
        <pc:spChg chg="add del">
          <ac:chgData name="Dalton Koh" userId="S::d.koh@digipen.edu::137d2714-8927-4b87-8ea1-b3bd7781ffa2" providerId="AD" clId="Web-{C0D77F2D-CEEE-A657-717A-A25CF20C672A}" dt="2024-10-21T01:35:10.712" v="1"/>
          <ac:spMkLst>
            <pc:docMk/>
            <pc:sldMk cId="109857222" sldId="256"/>
            <ac:spMk id="14" creationId="{58DEA6A1-FC5C-4E6E-BBBF-7E472949B394}"/>
          </ac:spMkLst>
        </pc:spChg>
        <pc:spChg chg="add del">
          <ac:chgData name="Dalton Koh" userId="S::d.koh@digipen.edu::137d2714-8927-4b87-8ea1-b3bd7781ffa2" providerId="AD" clId="Web-{C0D77F2D-CEEE-A657-717A-A25CF20C672A}" dt="2024-10-21T01:35:10.712" v="1"/>
          <ac:spMkLst>
            <pc:docMk/>
            <pc:sldMk cId="109857222" sldId="256"/>
            <ac:spMk id="16" creationId="{96AAAC3B-1954-46B7-BBAC-27DFF5B5295F}"/>
          </ac:spMkLst>
        </pc:spChg>
        <pc:spChg chg="add del">
          <ac:chgData name="Dalton Koh" userId="S::d.koh@digipen.edu::137d2714-8927-4b87-8ea1-b3bd7781ffa2" providerId="AD" clId="Web-{C0D77F2D-CEEE-A657-717A-A25CF20C672A}" dt="2024-10-21T01:35:10.712" v="1"/>
          <ac:spMkLst>
            <pc:docMk/>
            <pc:sldMk cId="109857222" sldId="256"/>
            <ac:spMk id="18" creationId="{A5AD6500-BB62-4AAC-9D2F-C10DDC90CBB1}"/>
          </ac:spMkLst>
        </pc:spChg>
        <pc:spChg chg="add del">
          <ac:chgData name="Dalton Koh" userId="S::d.koh@digipen.edu::137d2714-8927-4b87-8ea1-b3bd7781ffa2" providerId="AD" clId="Web-{C0D77F2D-CEEE-A657-717A-A25CF20C672A}" dt="2024-10-21T01:35:15.259" v="3"/>
          <ac:spMkLst>
            <pc:docMk/>
            <pc:sldMk cId="109857222" sldId="256"/>
            <ac:spMk id="20" creationId="{4C608BEB-860E-4094-8511-78603564A75E}"/>
          </ac:spMkLst>
        </pc:spChg>
        <pc:spChg chg="add del">
          <ac:chgData name="Dalton Koh" userId="S::d.koh@digipen.edu::137d2714-8927-4b87-8ea1-b3bd7781ffa2" providerId="AD" clId="Web-{C0D77F2D-CEEE-A657-717A-A25CF20C672A}" dt="2024-10-21T01:35:23.712" v="5"/>
          <ac:spMkLst>
            <pc:docMk/>
            <pc:sldMk cId="109857222" sldId="256"/>
            <ac:spMk id="23" creationId="{428D436F-9ACD-4C92-AFC8-C934C527A6A4}"/>
          </ac:spMkLst>
        </pc:spChg>
        <pc:spChg chg="add del">
          <ac:chgData name="Dalton Koh" userId="S::d.koh@digipen.edu::137d2714-8927-4b87-8ea1-b3bd7781ffa2" providerId="AD" clId="Web-{C0D77F2D-CEEE-A657-717A-A25CF20C672A}" dt="2024-10-21T01:35:23.712" v="5"/>
          <ac:spMkLst>
            <pc:docMk/>
            <pc:sldMk cId="109857222" sldId="256"/>
            <ac:spMk id="24" creationId="{090538E0-A884-4E60-A6AB-77D830E2FCED}"/>
          </ac:spMkLst>
        </pc:spChg>
        <pc:spChg chg="add del">
          <ac:chgData name="Dalton Koh" userId="S::d.koh@digipen.edu::137d2714-8927-4b87-8ea1-b3bd7781ffa2" providerId="AD" clId="Web-{C0D77F2D-CEEE-A657-717A-A25CF20C672A}" dt="2024-10-21T01:35:23.712" v="5"/>
          <ac:spMkLst>
            <pc:docMk/>
            <pc:sldMk cId="109857222" sldId="256"/>
            <ac:spMk id="25" creationId="{DB0D7DD0-1C67-4D4C-9E06-678233DB8468}"/>
          </ac:spMkLst>
        </pc:spChg>
        <pc:spChg chg="add del">
          <ac:chgData name="Dalton Koh" userId="S::d.koh@digipen.edu::137d2714-8927-4b87-8ea1-b3bd7781ffa2" providerId="AD" clId="Web-{C0D77F2D-CEEE-A657-717A-A25CF20C672A}" dt="2024-10-21T01:35:26.713" v="7"/>
          <ac:spMkLst>
            <pc:docMk/>
            <pc:sldMk cId="109857222" sldId="256"/>
            <ac:spMk id="27" creationId="{10F24D38-B79E-44B4-830E-043F45D96DC2}"/>
          </ac:spMkLst>
        </pc:spChg>
        <pc:spChg chg="add del">
          <ac:chgData name="Dalton Koh" userId="S::d.koh@digipen.edu::137d2714-8927-4b87-8ea1-b3bd7781ffa2" providerId="AD" clId="Web-{C0D77F2D-CEEE-A657-717A-A25CF20C672A}" dt="2024-10-21T01:36:43.324" v="9"/>
          <ac:spMkLst>
            <pc:docMk/>
            <pc:sldMk cId="109857222" sldId="256"/>
            <ac:spMk id="30" creationId="{8CA06CD6-90CA-4C45-856C-6771339E1E22}"/>
          </ac:spMkLst>
        </pc:spChg>
        <pc:spChg chg="add mod">
          <ac:chgData name="Dalton Koh" userId="S::d.koh@digipen.edu::137d2714-8927-4b87-8ea1-b3bd7781ffa2" providerId="AD" clId="Web-{C0D77F2D-CEEE-A657-717A-A25CF20C672A}" dt="2024-10-21T01:44:58.512" v="47"/>
          <ac:spMkLst>
            <pc:docMk/>
            <pc:sldMk cId="109857222" sldId="256"/>
            <ac:spMk id="36" creationId="{8045BF01-625E-4022-91E5-488DB3FCB734}"/>
          </ac:spMkLst>
        </pc:spChg>
        <pc:spChg chg="add">
          <ac:chgData name="Dalton Koh" userId="S::d.koh@digipen.edu::137d2714-8927-4b87-8ea1-b3bd7781ffa2" providerId="AD" clId="Web-{C0D77F2D-CEEE-A657-717A-A25CF20C672A}" dt="2024-10-21T01:36:43.324" v="9"/>
          <ac:spMkLst>
            <pc:docMk/>
            <pc:sldMk cId="109857222" sldId="256"/>
            <ac:spMk id="38" creationId="{0E442549-290E-4B7E-892E-F2DB911DD205}"/>
          </ac:spMkLst>
        </pc:spChg>
        <pc:cxnChg chg="add del">
          <ac:chgData name="Dalton Koh" userId="S::d.koh@digipen.edu::137d2714-8927-4b87-8ea1-b3bd7781ffa2" providerId="AD" clId="Web-{C0D77F2D-CEEE-A657-717A-A25CF20C672A}" dt="2024-10-21T01:35:15.259" v="3"/>
          <ac:cxnSpMkLst>
            <pc:docMk/>
            <pc:sldMk cId="109857222" sldId="256"/>
            <ac:cxnSpMk id="21" creationId="{1F16A8D4-FE87-4604-88B2-394B5D1EB437}"/>
          </ac:cxnSpMkLst>
        </pc:cxnChg>
        <pc:cxnChg chg="add del">
          <ac:chgData name="Dalton Koh" userId="S::d.koh@digipen.edu::137d2714-8927-4b87-8ea1-b3bd7781ffa2" providerId="AD" clId="Web-{C0D77F2D-CEEE-A657-717A-A25CF20C672A}" dt="2024-10-21T01:35:26.713" v="7"/>
          <ac:cxnSpMkLst>
            <pc:docMk/>
            <pc:sldMk cId="109857222" sldId="256"/>
            <ac:cxnSpMk id="28" creationId="{FC469874-256B-45B3-A79C-7591B4BA1ECC}"/>
          </ac:cxnSpMkLst>
        </pc:cxnChg>
        <pc:cxnChg chg="add del">
          <ac:chgData name="Dalton Koh" userId="S::d.koh@digipen.edu::137d2714-8927-4b87-8ea1-b3bd7781ffa2" providerId="AD" clId="Web-{C0D77F2D-CEEE-A657-717A-A25CF20C672A}" dt="2024-10-21T01:36:43.324" v="9"/>
          <ac:cxnSpMkLst>
            <pc:docMk/>
            <pc:sldMk cId="109857222" sldId="256"/>
            <ac:cxnSpMk id="31" creationId="{5021601D-2758-4B15-A31C-FDA184C51B3A}"/>
          </ac:cxnSpMkLst>
        </pc:cxnChg>
      </pc:sldChg>
      <pc:sldChg chg="addSp delSp modSp mod setBg">
        <pc:chgData name="Dalton Koh" userId="S::d.koh@digipen.edu::137d2714-8927-4b87-8ea1-b3bd7781ffa2" providerId="AD" clId="Web-{C0D77F2D-CEEE-A657-717A-A25CF20C672A}" dt="2024-10-21T01:43:38.947" v="45" actId="20577"/>
        <pc:sldMkLst>
          <pc:docMk/>
          <pc:sldMk cId="3636437885" sldId="257"/>
        </pc:sldMkLst>
        <pc:spChg chg="mod">
          <ac:chgData name="Dalton Koh" userId="S::d.koh@digipen.edu::137d2714-8927-4b87-8ea1-b3bd7781ffa2" providerId="AD" clId="Web-{C0D77F2D-CEEE-A657-717A-A25CF20C672A}" dt="2024-10-21T01:40:24.628" v="33" actId="20577"/>
          <ac:spMkLst>
            <pc:docMk/>
            <pc:sldMk cId="3636437885" sldId="257"/>
            <ac:spMk id="2" creationId="{FB3CA45A-832B-2EE4-13A8-7B973D23E7E6}"/>
          </ac:spMkLst>
        </pc:spChg>
        <pc:spChg chg="mod">
          <ac:chgData name="Dalton Koh" userId="S::d.koh@digipen.edu::137d2714-8927-4b87-8ea1-b3bd7781ffa2" providerId="AD" clId="Web-{C0D77F2D-CEEE-A657-717A-A25CF20C672A}" dt="2024-10-21T01:43:38.947" v="45" actId="20577"/>
          <ac:spMkLst>
            <pc:docMk/>
            <pc:sldMk cId="3636437885" sldId="257"/>
            <ac:spMk id="3" creationId="{FA348B37-E0ED-B2AF-30A6-00B8E2FC7D61}"/>
          </ac:spMkLst>
        </pc:spChg>
        <pc:spChg chg="add del">
          <ac:chgData name="Dalton Koh" userId="S::d.koh@digipen.edu::137d2714-8927-4b87-8ea1-b3bd7781ffa2" providerId="AD" clId="Web-{C0D77F2D-CEEE-A657-717A-A25CF20C672A}" dt="2024-10-21T01:38:35.578" v="17"/>
          <ac:spMkLst>
            <pc:docMk/>
            <pc:sldMk cId="3636437885" sldId="257"/>
            <ac:spMk id="8" creationId="{E92FEB64-6EEA-4759-B4A4-BD2C1E660BA8}"/>
          </ac:spMkLst>
        </pc:spChg>
        <pc:spChg chg="add del">
          <ac:chgData name="Dalton Koh" userId="S::d.koh@digipen.edu::137d2714-8927-4b87-8ea1-b3bd7781ffa2" providerId="AD" clId="Web-{C0D77F2D-CEEE-A657-717A-A25CF20C672A}" dt="2024-10-21T01:38:35.578" v="17"/>
          <ac:spMkLst>
            <pc:docMk/>
            <pc:sldMk cId="3636437885" sldId="257"/>
            <ac:spMk id="10" creationId="{B10BB131-AC8E-4A8E-A5D1-36260F720C3B}"/>
          </ac:spMkLst>
        </pc:spChg>
        <pc:spChg chg="add del">
          <ac:chgData name="Dalton Koh" userId="S::d.koh@digipen.edu::137d2714-8927-4b87-8ea1-b3bd7781ffa2" providerId="AD" clId="Web-{C0D77F2D-CEEE-A657-717A-A25CF20C672A}" dt="2024-10-21T01:38:35.578" v="17"/>
          <ac:spMkLst>
            <pc:docMk/>
            <pc:sldMk cId="3636437885" sldId="257"/>
            <ac:spMk id="12" creationId="{14847E93-7DC1-4D4B-8829-B19AA7137C50}"/>
          </ac:spMkLst>
        </pc:spChg>
        <pc:spChg chg="add del">
          <ac:chgData name="Dalton Koh" userId="S::d.koh@digipen.edu::137d2714-8927-4b87-8ea1-b3bd7781ffa2" providerId="AD" clId="Web-{C0D77F2D-CEEE-A657-717A-A25CF20C672A}" dt="2024-10-21T01:38:35.578" v="17"/>
          <ac:spMkLst>
            <pc:docMk/>
            <pc:sldMk cId="3636437885" sldId="257"/>
            <ac:spMk id="14" creationId="{5566D6E1-03A1-4D73-A4E0-35D74D568A04}"/>
          </ac:spMkLst>
        </pc:spChg>
        <pc:spChg chg="add del">
          <ac:chgData name="Dalton Koh" userId="S::d.koh@digipen.edu::137d2714-8927-4b87-8ea1-b3bd7781ffa2" providerId="AD" clId="Web-{C0D77F2D-CEEE-A657-717A-A25CF20C672A}" dt="2024-10-21T01:38:35.578" v="17"/>
          <ac:spMkLst>
            <pc:docMk/>
            <pc:sldMk cId="3636437885" sldId="257"/>
            <ac:spMk id="16" creationId="{9F835A99-04AC-494A-A572-AFE8413CC938}"/>
          </ac:spMkLst>
        </pc:spChg>
        <pc:spChg chg="add del">
          <ac:chgData name="Dalton Koh" userId="S::d.koh@digipen.edu::137d2714-8927-4b87-8ea1-b3bd7781ffa2" providerId="AD" clId="Web-{C0D77F2D-CEEE-A657-717A-A25CF20C672A}" dt="2024-10-21T01:38:35.578" v="17"/>
          <ac:spMkLst>
            <pc:docMk/>
            <pc:sldMk cId="3636437885" sldId="257"/>
            <ac:spMk id="18" creationId="{7B786209-1B0B-4CA9-9BDD-F7327066A84D}"/>
          </ac:spMkLst>
        </pc:spChg>
        <pc:spChg chg="add del">
          <ac:chgData name="Dalton Koh" userId="S::d.koh@digipen.edu::137d2714-8927-4b87-8ea1-b3bd7781ffa2" providerId="AD" clId="Web-{C0D77F2D-CEEE-A657-717A-A25CF20C672A}" dt="2024-10-21T01:38:35.578" v="17"/>
          <ac:spMkLst>
            <pc:docMk/>
            <pc:sldMk cId="3636437885" sldId="257"/>
            <ac:spMk id="20" creationId="{2D2964BB-484D-45AE-AD66-D407D0629652}"/>
          </ac:spMkLst>
        </pc:spChg>
        <pc:spChg chg="add del">
          <ac:chgData name="Dalton Koh" userId="S::d.koh@digipen.edu::137d2714-8927-4b87-8ea1-b3bd7781ffa2" providerId="AD" clId="Web-{C0D77F2D-CEEE-A657-717A-A25CF20C672A}" dt="2024-10-21T01:38:35.578" v="17"/>
          <ac:spMkLst>
            <pc:docMk/>
            <pc:sldMk cId="3636437885" sldId="257"/>
            <ac:spMk id="22" creationId="{6691AC69-A76E-4DAB-B565-468B6B87ACF3}"/>
          </ac:spMkLst>
        </pc:spChg>
        <pc:spChg chg="add">
          <ac:chgData name="Dalton Koh" userId="S::d.koh@digipen.edu::137d2714-8927-4b87-8ea1-b3bd7781ffa2" providerId="AD" clId="Web-{C0D77F2D-CEEE-A657-717A-A25CF20C672A}" dt="2024-10-21T01:38:35.593" v="18"/>
          <ac:spMkLst>
            <pc:docMk/>
            <pc:sldMk cId="3636437885" sldId="257"/>
            <ac:spMk id="24" creationId="{27FCFAB8-9E9C-414D-9FCB-CECED12D584F}"/>
          </ac:spMkLst>
        </pc:spChg>
        <pc:spChg chg="add mod">
          <ac:chgData name="Dalton Koh" userId="S::d.koh@digipen.edu::137d2714-8927-4b87-8ea1-b3bd7781ffa2" providerId="AD" clId="Web-{C0D77F2D-CEEE-A657-717A-A25CF20C672A}" dt="2024-10-21T01:38:54.672" v="19"/>
          <ac:spMkLst>
            <pc:docMk/>
            <pc:sldMk cId="3636437885" sldId="257"/>
            <ac:spMk id="25" creationId="{76C16827-9A48-4468-BE81-11EC18E0AE54}"/>
          </ac:spMkLst>
        </pc:spChg>
        <pc:spChg chg="add">
          <ac:chgData name="Dalton Koh" userId="S::d.koh@digipen.edu::137d2714-8927-4b87-8ea1-b3bd7781ffa2" providerId="AD" clId="Web-{C0D77F2D-CEEE-A657-717A-A25CF20C672A}" dt="2024-10-21T01:38:35.593" v="18"/>
          <ac:spMkLst>
            <pc:docMk/>
            <pc:sldMk cId="3636437885" sldId="257"/>
            <ac:spMk id="26" creationId="{899956BA-5C38-49F9-88D6-BD6C71E9C767}"/>
          </ac:spMkLst>
        </pc:spChg>
      </pc:sldChg>
      <pc:sldChg chg="modSp">
        <pc:chgData name="Dalton Koh" userId="S::d.koh@digipen.edu::137d2714-8927-4b87-8ea1-b3bd7781ffa2" providerId="AD" clId="Web-{C0D77F2D-CEEE-A657-717A-A25CF20C672A}" dt="2024-10-21T05:07:19.193" v="1805" actId="20577"/>
        <pc:sldMkLst>
          <pc:docMk/>
          <pc:sldMk cId="148712261" sldId="259"/>
        </pc:sldMkLst>
        <pc:spChg chg="mod">
          <ac:chgData name="Dalton Koh" userId="S::d.koh@digipen.edu::137d2714-8927-4b87-8ea1-b3bd7781ffa2" providerId="AD" clId="Web-{C0D77F2D-CEEE-A657-717A-A25CF20C672A}" dt="2024-10-21T05:07:19.193" v="1805" actId="20577"/>
          <ac:spMkLst>
            <pc:docMk/>
            <pc:sldMk cId="148712261" sldId="259"/>
            <ac:spMk id="3" creationId="{59955FE0-B4A2-7124-8BC2-57A7B351A495}"/>
          </ac:spMkLst>
        </pc:spChg>
      </pc:sldChg>
      <pc:sldChg chg="modSp del">
        <pc:chgData name="Dalton Koh" userId="S::d.koh@digipen.edu::137d2714-8927-4b87-8ea1-b3bd7781ffa2" providerId="AD" clId="Web-{C0D77F2D-CEEE-A657-717A-A25CF20C672A}" dt="2024-10-21T01:58:09.678" v="154"/>
        <pc:sldMkLst>
          <pc:docMk/>
          <pc:sldMk cId="3118757015" sldId="260"/>
        </pc:sldMkLst>
        <pc:spChg chg="mod">
          <ac:chgData name="Dalton Koh" userId="S::d.koh@digipen.edu::137d2714-8927-4b87-8ea1-b3bd7781ffa2" providerId="AD" clId="Web-{C0D77F2D-CEEE-A657-717A-A25CF20C672A}" dt="2024-10-21T01:40:19.878" v="32" actId="20577"/>
          <ac:spMkLst>
            <pc:docMk/>
            <pc:sldMk cId="3118757015" sldId="260"/>
            <ac:spMk id="3" creationId="{7EFC0FD3-F9BC-266E-60FF-4AABAD228DA4}"/>
          </ac:spMkLst>
        </pc:spChg>
      </pc:sldChg>
      <pc:sldChg chg="modSp">
        <pc:chgData name="Dalton Koh" userId="S::d.koh@digipen.edu::137d2714-8927-4b87-8ea1-b3bd7781ffa2" providerId="AD" clId="Web-{C0D77F2D-CEEE-A657-717A-A25CF20C672A}" dt="2024-10-21T04:37:24.723" v="1367" actId="1076"/>
        <pc:sldMkLst>
          <pc:docMk/>
          <pc:sldMk cId="3269357409" sldId="263"/>
        </pc:sldMkLst>
        <pc:graphicFrameChg chg="mod modGraphic">
          <ac:chgData name="Dalton Koh" userId="S::d.koh@digipen.edu::137d2714-8927-4b87-8ea1-b3bd7781ffa2" providerId="AD" clId="Web-{C0D77F2D-CEEE-A657-717A-A25CF20C672A}" dt="2024-10-21T04:37:24.723" v="1367" actId="1076"/>
          <ac:graphicFrameMkLst>
            <pc:docMk/>
            <pc:sldMk cId="3269357409" sldId="263"/>
            <ac:graphicFrameMk id="4" creationId="{A88A52DD-C31D-E27D-C3A2-51A93A4D75D2}"/>
          </ac:graphicFrameMkLst>
        </pc:graphicFrameChg>
      </pc:sldChg>
      <pc:sldChg chg="modSp">
        <pc:chgData name="Dalton Koh" userId="S::d.koh@digipen.edu::137d2714-8927-4b87-8ea1-b3bd7781ffa2" providerId="AD" clId="Web-{C0D77F2D-CEEE-A657-717A-A25CF20C672A}" dt="2024-10-21T04:38:09.365" v="1443"/>
        <pc:sldMkLst>
          <pc:docMk/>
          <pc:sldMk cId="4278872869" sldId="264"/>
        </pc:sldMkLst>
        <pc:graphicFrameChg chg="mod modGraphic">
          <ac:chgData name="Dalton Koh" userId="S::d.koh@digipen.edu::137d2714-8927-4b87-8ea1-b3bd7781ffa2" providerId="AD" clId="Web-{C0D77F2D-CEEE-A657-717A-A25CF20C672A}" dt="2024-10-21T04:38:09.365" v="1443"/>
          <ac:graphicFrameMkLst>
            <pc:docMk/>
            <pc:sldMk cId="4278872869" sldId="264"/>
            <ac:graphicFrameMk id="5" creationId="{6E3EC28C-1855-874F-2427-B3FE99C31AAE}"/>
          </ac:graphicFrameMkLst>
        </pc:graphicFrameChg>
      </pc:sldChg>
      <pc:sldChg chg="modSp add replId">
        <pc:chgData name="Dalton Koh" userId="S::d.koh@digipen.edu::137d2714-8927-4b87-8ea1-b3bd7781ffa2" providerId="AD" clId="Web-{C0D77F2D-CEEE-A657-717A-A25CF20C672A}" dt="2024-10-21T02:10:30.405" v="207" actId="20577"/>
        <pc:sldMkLst>
          <pc:docMk/>
          <pc:sldMk cId="1359166093" sldId="265"/>
        </pc:sldMkLst>
        <pc:spChg chg="mod">
          <ac:chgData name="Dalton Koh" userId="S::d.koh@digipen.edu::137d2714-8927-4b87-8ea1-b3bd7781ffa2" providerId="AD" clId="Web-{C0D77F2D-CEEE-A657-717A-A25CF20C672A}" dt="2024-10-21T01:42:08.287" v="38" actId="20577"/>
          <ac:spMkLst>
            <pc:docMk/>
            <pc:sldMk cId="1359166093" sldId="265"/>
            <ac:spMk id="2" creationId="{FB3CA45A-832B-2EE4-13A8-7B973D23E7E6}"/>
          </ac:spMkLst>
        </pc:spChg>
        <pc:spChg chg="mod">
          <ac:chgData name="Dalton Koh" userId="S::d.koh@digipen.edu::137d2714-8927-4b87-8ea1-b3bd7781ffa2" providerId="AD" clId="Web-{C0D77F2D-CEEE-A657-717A-A25CF20C672A}" dt="2024-10-21T02:10:30.405" v="207" actId="20577"/>
          <ac:spMkLst>
            <pc:docMk/>
            <pc:sldMk cId="1359166093" sldId="265"/>
            <ac:spMk id="3" creationId="{FA348B37-E0ED-B2AF-30A6-00B8E2FC7D61}"/>
          </ac:spMkLst>
        </pc:spChg>
      </pc:sldChg>
      <pc:sldChg chg="modSp add replId">
        <pc:chgData name="Dalton Koh" userId="S::d.koh@digipen.edu::137d2714-8927-4b87-8ea1-b3bd7781ffa2" providerId="AD" clId="Web-{C0D77F2D-CEEE-A657-717A-A25CF20C672A}" dt="2024-10-21T02:10:37.561" v="208" actId="20577"/>
        <pc:sldMkLst>
          <pc:docMk/>
          <pc:sldMk cId="698129835" sldId="266"/>
        </pc:sldMkLst>
        <pc:spChg chg="mod">
          <ac:chgData name="Dalton Koh" userId="S::d.koh@digipen.edu::137d2714-8927-4b87-8ea1-b3bd7781ffa2" providerId="AD" clId="Web-{C0D77F2D-CEEE-A657-717A-A25CF20C672A}" dt="2024-10-21T01:45:31.842" v="52" actId="20577"/>
          <ac:spMkLst>
            <pc:docMk/>
            <pc:sldMk cId="698129835" sldId="266"/>
            <ac:spMk id="2" creationId="{FB3CA45A-832B-2EE4-13A8-7B973D23E7E6}"/>
          </ac:spMkLst>
        </pc:spChg>
        <pc:spChg chg="mod">
          <ac:chgData name="Dalton Koh" userId="S::d.koh@digipen.edu::137d2714-8927-4b87-8ea1-b3bd7781ffa2" providerId="AD" clId="Web-{C0D77F2D-CEEE-A657-717A-A25CF20C672A}" dt="2024-10-21T02:10:37.561" v="208" actId="20577"/>
          <ac:spMkLst>
            <pc:docMk/>
            <pc:sldMk cId="698129835" sldId="266"/>
            <ac:spMk id="3" creationId="{FA348B37-E0ED-B2AF-30A6-00B8E2FC7D61}"/>
          </ac:spMkLst>
        </pc:spChg>
      </pc:sldChg>
      <pc:sldChg chg="modSp mod setBg">
        <pc:chgData name="Dalton Koh" userId="S::d.koh@digipen.edu::137d2714-8927-4b87-8ea1-b3bd7781ffa2" providerId="AD" clId="Web-{C0D77F2D-CEEE-A657-717A-A25CF20C672A}" dt="2024-10-21T02:03:52.283" v="157"/>
        <pc:sldMkLst>
          <pc:docMk/>
          <pc:sldMk cId="3593640828" sldId="268"/>
        </pc:sldMkLst>
        <pc:spChg chg="mod">
          <ac:chgData name="Dalton Koh" userId="S::d.koh@digipen.edu::137d2714-8927-4b87-8ea1-b3bd7781ffa2" providerId="AD" clId="Web-{C0D77F2D-CEEE-A657-717A-A25CF20C672A}" dt="2024-10-21T02:03:52.283" v="157"/>
          <ac:spMkLst>
            <pc:docMk/>
            <pc:sldMk cId="3593640828" sldId="268"/>
            <ac:spMk id="16" creationId="{B81933D1-5615-42C7-9C0B-4EB7105CCE2D}"/>
          </ac:spMkLst>
        </pc:spChg>
      </pc:sldChg>
      <pc:sldChg chg="modSp add del replId">
        <pc:chgData name="Dalton Koh" userId="S::d.koh@digipen.edu::137d2714-8927-4b87-8ea1-b3bd7781ffa2" providerId="AD" clId="Web-{C0D77F2D-CEEE-A657-717A-A25CF20C672A}" dt="2024-10-21T05:38:13.495" v="1926"/>
        <pc:sldMkLst>
          <pc:docMk/>
          <pc:sldMk cId="2373526222" sldId="269"/>
        </pc:sldMkLst>
        <pc:spChg chg="mod">
          <ac:chgData name="Dalton Koh" userId="S::d.koh@digipen.edu::137d2714-8927-4b87-8ea1-b3bd7781ffa2" providerId="AD" clId="Web-{C0D77F2D-CEEE-A657-717A-A25CF20C672A}" dt="2024-10-21T01:58:06.522" v="153" actId="20577"/>
          <ac:spMkLst>
            <pc:docMk/>
            <pc:sldMk cId="2373526222" sldId="269"/>
            <ac:spMk id="3" creationId="{FA348B37-E0ED-B2AF-30A6-00B8E2FC7D61}"/>
          </ac:spMkLst>
        </pc:spChg>
      </pc:sldChg>
      <pc:sldChg chg="modSp">
        <pc:chgData name="Dalton Koh" userId="S::d.koh@digipen.edu::137d2714-8927-4b87-8ea1-b3bd7781ffa2" providerId="AD" clId="Web-{C0D77F2D-CEEE-A657-717A-A25CF20C672A}" dt="2024-10-21T02:10:24.483" v="205" actId="20577"/>
        <pc:sldMkLst>
          <pc:docMk/>
          <pc:sldMk cId="3089360498" sldId="270"/>
        </pc:sldMkLst>
        <pc:spChg chg="mod">
          <ac:chgData name="Dalton Koh" userId="S::d.koh@digipen.edu::137d2714-8927-4b87-8ea1-b3bd7781ffa2" providerId="AD" clId="Web-{C0D77F2D-CEEE-A657-717A-A25CF20C672A}" dt="2024-10-21T02:10:24.483" v="205" actId="20577"/>
          <ac:spMkLst>
            <pc:docMk/>
            <pc:sldMk cId="3089360498" sldId="270"/>
            <ac:spMk id="3" creationId="{FA348B37-E0ED-B2AF-30A6-00B8E2FC7D61}"/>
          </ac:spMkLst>
        </pc:spChg>
      </pc:sldChg>
      <pc:sldChg chg="modSp">
        <pc:chgData name="Dalton Koh" userId="S::d.koh@digipen.edu::137d2714-8927-4b87-8ea1-b3bd7781ffa2" providerId="AD" clId="Web-{C0D77F2D-CEEE-A657-717A-A25CF20C672A}" dt="2024-10-21T02:37:26.425" v="357" actId="20577"/>
        <pc:sldMkLst>
          <pc:docMk/>
          <pc:sldMk cId="2102892806" sldId="271"/>
        </pc:sldMkLst>
        <pc:spChg chg="mod">
          <ac:chgData name="Dalton Koh" userId="S::d.koh@digipen.edu::137d2714-8927-4b87-8ea1-b3bd7781ffa2" providerId="AD" clId="Web-{C0D77F2D-CEEE-A657-717A-A25CF20C672A}" dt="2024-10-21T02:37:26.425" v="357" actId="20577"/>
          <ac:spMkLst>
            <pc:docMk/>
            <pc:sldMk cId="2102892806" sldId="271"/>
            <ac:spMk id="3" creationId="{3EDF21F0-16D3-7A07-2943-99E97442E166}"/>
          </ac:spMkLst>
        </pc:spChg>
      </pc:sldChg>
      <pc:sldChg chg="addSp modSp">
        <pc:chgData name="Dalton Koh" userId="S::d.koh@digipen.edu::137d2714-8927-4b87-8ea1-b3bd7781ffa2" providerId="AD" clId="Web-{C0D77F2D-CEEE-A657-717A-A25CF20C672A}" dt="2024-10-21T14:07:18.044" v="2499" actId="1076"/>
        <pc:sldMkLst>
          <pc:docMk/>
          <pc:sldMk cId="3585087098" sldId="275"/>
        </pc:sldMkLst>
        <pc:spChg chg="mod">
          <ac:chgData name="Dalton Koh" userId="S::d.koh@digipen.edu::137d2714-8927-4b87-8ea1-b3bd7781ffa2" providerId="AD" clId="Web-{C0D77F2D-CEEE-A657-717A-A25CF20C672A}" dt="2024-10-21T04:25:13.525" v="848" actId="20577"/>
          <ac:spMkLst>
            <pc:docMk/>
            <pc:sldMk cId="3585087098" sldId="275"/>
            <ac:spMk id="12" creationId="{C82FA898-9E7C-E702-BCEE-BC8B22590D33}"/>
          </ac:spMkLst>
        </pc:spChg>
        <pc:picChg chg="add mod">
          <ac:chgData name="Dalton Koh" userId="S::d.koh@digipen.edu::137d2714-8927-4b87-8ea1-b3bd7781ffa2" providerId="AD" clId="Web-{C0D77F2D-CEEE-A657-717A-A25CF20C672A}" dt="2024-10-21T14:07:11.903" v="2497" actId="1076"/>
          <ac:picMkLst>
            <pc:docMk/>
            <pc:sldMk cId="3585087098" sldId="275"/>
            <ac:picMk id="8" creationId="{0298CB19-BCC7-3A53-DB2E-2CB88E7AAC5C}"/>
          </ac:picMkLst>
        </pc:picChg>
        <pc:picChg chg="add mod">
          <ac:chgData name="Dalton Koh" userId="S::d.koh@digipen.edu::137d2714-8927-4b87-8ea1-b3bd7781ffa2" providerId="AD" clId="Web-{C0D77F2D-CEEE-A657-717A-A25CF20C672A}" dt="2024-10-21T14:07:18.044" v="2499" actId="1076"/>
          <ac:picMkLst>
            <pc:docMk/>
            <pc:sldMk cId="3585087098" sldId="275"/>
            <ac:picMk id="9" creationId="{525B013D-E114-B101-76DB-81A9D4BEF3CF}"/>
          </ac:picMkLst>
        </pc:picChg>
      </pc:sldChg>
      <pc:sldChg chg="modSp">
        <pc:chgData name="Dalton Koh" userId="S::d.koh@digipen.edu::137d2714-8927-4b87-8ea1-b3bd7781ffa2" providerId="AD" clId="Web-{C0D77F2D-CEEE-A657-717A-A25CF20C672A}" dt="2024-10-21T05:37:57.307" v="1925" actId="20577"/>
        <pc:sldMkLst>
          <pc:docMk/>
          <pc:sldMk cId="3667802820" sldId="276"/>
        </pc:sldMkLst>
        <pc:spChg chg="mod">
          <ac:chgData name="Dalton Koh" userId="S::d.koh@digipen.edu::137d2714-8927-4b87-8ea1-b3bd7781ffa2" providerId="AD" clId="Web-{C0D77F2D-CEEE-A657-717A-A25CF20C672A}" dt="2024-10-21T05:37:57.307" v="1925" actId="20577"/>
          <ac:spMkLst>
            <pc:docMk/>
            <pc:sldMk cId="3667802820" sldId="276"/>
            <ac:spMk id="6" creationId="{585DCA23-81EA-679B-B729-7BB9A9E6689F}"/>
          </ac:spMkLst>
        </pc:spChg>
      </pc:sldChg>
      <pc:sldChg chg="modSp mod setBg">
        <pc:chgData name="Dalton Koh" userId="S::d.koh@digipen.edu::137d2714-8927-4b87-8ea1-b3bd7781ffa2" providerId="AD" clId="Web-{C0D77F2D-CEEE-A657-717A-A25CF20C672A}" dt="2024-10-21T12:54:26.344" v="2161" actId="1076"/>
        <pc:sldMkLst>
          <pc:docMk/>
          <pc:sldMk cId="3087536090" sldId="277"/>
        </pc:sldMkLst>
        <pc:spChg chg="mod">
          <ac:chgData name="Dalton Koh" userId="S::d.koh@digipen.edu::137d2714-8927-4b87-8ea1-b3bd7781ffa2" providerId="AD" clId="Web-{C0D77F2D-CEEE-A657-717A-A25CF20C672A}" dt="2024-10-21T05:28:51.803" v="1832" actId="20577"/>
          <ac:spMkLst>
            <pc:docMk/>
            <pc:sldMk cId="3087536090" sldId="277"/>
            <ac:spMk id="5" creationId="{D43FA62C-D31B-DA32-3B5F-122D9B261C5B}"/>
          </ac:spMkLst>
        </pc:spChg>
        <pc:grpChg chg="mod">
          <ac:chgData name="Dalton Koh" userId="S::d.koh@digipen.edu::137d2714-8927-4b87-8ea1-b3bd7781ffa2" providerId="AD" clId="Web-{C0D77F2D-CEEE-A657-717A-A25CF20C672A}" dt="2024-10-21T12:54:26.344" v="2160" actId="1076"/>
          <ac:grpSpMkLst>
            <pc:docMk/>
            <pc:sldMk cId="3087536090" sldId="277"/>
            <ac:grpSpMk id="9" creationId="{71CD6CB2-0154-0B1F-E37D-91E82C9BE5F5}"/>
          </ac:grpSpMkLst>
        </pc:grpChg>
        <pc:picChg chg="mod">
          <ac:chgData name="Dalton Koh" userId="S::d.koh@digipen.edu::137d2714-8927-4b87-8ea1-b3bd7781ffa2" providerId="AD" clId="Web-{C0D77F2D-CEEE-A657-717A-A25CF20C672A}" dt="2024-10-21T12:54:26.344" v="2161" actId="1076"/>
          <ac:picMkLst>
            <pc:docMk/>
            <pc:sldMk cId="3087536090" sldId="277"/>
            <ac:picMk id="1026" creationId="{7A895AF9-72C6-4988-5620-CC2F6E48279C}"/>
          </ac:picMkLst>
        </pc:picChg>
      </pc:sldChg>
      <pc:sldChg chg="addSp modSp">
        <pc:chgData name="Dalton Koh" userId="S::d.koh@digipen.edu::137d2714-8927-4b87-8ea1-b3bd7781ffa2" providerId="AD" clId="Web-{C0D77F2D-CEEE-A657-717A-A25CF20C672A}" dt="2024-10-21T07:14:52.827" v="2031" actId="1076"/>
        <pc:sldMkLst>
          <pc:docMk/>
          <pc:sldMk cId="2128601120" sldId="278"/>
        </pc:sldMkLst>
        <pc:spChg chg="mod">
          <ac:chgData name="Dalton Koh" userId="S::d.koh@digipen.edu::137d2714-8927-4b87-8ea1-b3bd7781ffa2" providerId="AD" clId="Web-{C0D77F2D-CEEE-A657-717A-A25CF20C672A}" dt="2024-10-21T05:31:16.121" v="1904" actId="20577"/>
          <ac:spMkLst>
            <pc:docMk/>
            <pc:sldMk cId="2128601120" sldId="278"/>
            <ac:spMk id="4" creationId="{E4040959-7293-C9F7-F6A1-3467175F8869}"/>
          </ac:spMkLst>
        </pc:spChg>
        <pc:spChg chg="add mod">
          <ac:chgData name="Dalton Koh" userId="S::d.koh@digipen.edu::137d2714-8927-4b87-8ea1-b3bd7781ffa2" providerId="AD" clId="Web-{C0D77F2D-CEEE-A657-717A-A25CF20C672A}" dt="2024-10-21T05:27:07.518" v="1822" actId="20577"/>
          <ac:spMkLst>
            <pc:docMk/>
            <pc:sldMk cId="2128601120" sldId="278"/>
            <ac:spMk id="9" creationId="{CE2F007E-B877-6325-B7E2-ACE9646B53A0}"/>
          </ac:spMkLst>
        </pc:spChg>
        <pc:spChg chg="add mod">
          <ac:chgData name="Dalton Koh" userId="S::d.koh@digipen.edu::137d2714-8927-4b87-8ea1-b3bd7781ffa2" providerId="AD" clId="Web-{C0D77F2D-CEEE-A657-717A-A25CF20C672A}" dt="2024-10-21T05:28:15.114" v="1828" actId="14100"/>
          <ac:spMkLst>
            <pc:docMk/>
            <pc:sldMk cId="2128601120" sldId="278"/>
            <ac:spMk id="10" creationId="{BE3A32A2-70D0-CFD3-EA89-6F3D5ACD6467}"/>
          </ac:spMkLst>
        </pc:spChg>
        <pc:picChg chg="mod">
          <ac:chgData name="Dalton Koh" userId="S::d.koh@digipen.edu::137d2714-8927-4b87-8ea1-b3bd7781ffa2" providerId="AD" clId="Web-{C0D77F2D-CEEE-A657-717A-A25CF20C672A}" dt="2024-10-21T07:14:46.437" v="2029" actId="1076"/>
          <ac:picMkLst>
            <pc:docMk/>
            <pc:sldMk cId="2128601120" sldId="278"/>
            <ac:picMk id="11" creationId="{26438450-58E5-1417-17A6-18BC19B7E219}"/>
          </ac:picMkLst>
        </pc:picChg>
        <pc:picChg chg="mod">
          <ac:chgData name="Dalton Koh" userId="S::d.koh@digipen.edu::137d2714-8927-4b87-8ea1-b3bd7781ffa2" providerId="AD" clId="Web-{C0D77F2D-CEEE-A657-717A-A25CF20C672A}" dt="2024-10-21T07:14:52.827" v="2031" actId="1076"/>
          <ac:picMkLst>
            <pc:docMk/>
            <pc:sldMk cId="2128601120" sldId="278"/>
            <ac:picMk id="17" creationId="{C1B240BF-5EF8-CB49-2D4D-B17D546458E7}"/>
          </ac:picMkLst>
        </pc:picChg>
        <pc:picChg chg="mod">
          <ac:chgData name="Dalton Koh" userId="S::d.koh@digipen.edu::137d2714-8927-4b87-8ea1-b3bd7781ffa2" providerId="AD" clId="Web-{C0D77F2D-CEEE-A657-717A-A25CF20C672A}" dt="2024-10-21T07:14:48.593" v="2030" actId="1076"/>
          <ac:picMkLst>
            <pc:docMk/>
            <pc:sldMk cId="2128601120" sldId="278"/>
            <ac:picMk id="19" creationId="{CB2A6967-28D3-EBAA-9FFF-4AFA5DC2BF64}"/>
          </ac:picMkLst>
        </pc:picChg>
      </pc:sldChg>
      <pc:sldChg chg="modSp">
        <pc:chgData name="Dalton Koh" userId="S::d.koh@digipen.edu::137d2714-8927-4b87-8ea1-b3bd7781ffa2" providerId="AD" clId="Web-{C0D77F2D-CEEE-A657-717A-A25CF20C672A}" dt="2024-10-21T05:30:07.915" v="1888" actId="14100"/>
        <pc:sldMkLst>
          <pc:docMk/>
          <pc:sldMk cId="1787694342" sldId="280"/>
        </pc:sldMkLst>
        <pc:spChg chg="mod">
          <ac:chgData name="Dalton Koh" userId="S::d.koh@digipen.edu::137d2714-8927-4b87-8ea1-b3bd7781ffa2" providerId="AD" clId="Web-{C0D77F2D-CEEE-A657-717A-A25CF20C672A}" dt="2024-10-21T05:30:07.915" v="1887" actId="14100"/>
          <ac:spMkLst>
            <pc:docMk/>
            <pc:sldMk cId="1787694342" sldId="280"/>
            <ac:spMk id="28" creationId="{5CC793BC-FA87-C1AC-C0BA-647BDDEFD9C6}"/>
          </ac:spMkLst>
        </pc:spChg>
        <pc:spChg chg="mod">
          <ac:chgData name="Dalton Koh" userId="S::d.koh@digipen.edu::137d2714-8927-4b87-8ea1-b3bd7781ffa2" providerId="AD" clId="Web-{C0D77F2D-CEEE-A657-717A-A25CF20C672A}" dt="2024-10-21T05:30:07.915" v="1882" actId="14100"/>
          <ac:spMkLst>
            <pc:docMk/>
            <pc:sldMk cId="1787694342" sldId="280"/>
            <ac:spMk id="29" creationId="{CB339534-1127-CE04-765A-28BD824AA761}"/>
          </ac:spMkLst>
        </pc:spChg>
        <pc:spChg chg="mod">
          <ac:chgData name="Dalton Koh" userId="S::d.koh@digipen.edu::137d2714-8927-4b87-8ea1-b3bd7781ffa2" providerId="AD" clId="Web-{C0D77F2D-CEEE-A657-717A-A25CF20C672A}" dt="2024-10-21T05:30:07.915" v="1881" actId="14100"/>
          <ac:spMkLst>
            <pc:docMk/>
            <pc:sldMk cId="1787694342" sldId="280"/>
            <ac:spMk id="31" creationId="{65742CFC-E57E-20C7-ACC4-BEB51E623CD2}"/>
          </ac:spMkLst>
        </pc:spChg>
        <pc:spChg chg="mod">
          <ac:chgData name="Dalton Koh" userId="S::d.koh@digipen.edu::137d2714-8927-4b87-8ea1-b3bd7781ffa2" providerId="AD" clId="Web-{C0D77F2D-CEEE-A657-717A-A25CF20C672A}" dt="2024-10-21T05:30:07.915" v="1884" actId="14100"/>
          <ac:spMkLst>
            <pc:docMk/>
            <pc:sldMk cId="1787694342" sldId="280"/>
            <ac:spMk id="34" creationId="{1DC1E4C7-A27A-725D-A136-A76EEF56C041}"/>
          </ac:spMkLst>
        </pc:spChg>
        <pc:picChg chg="mod">
          <ac:chgData name="Dalton Koh" userId="S::d.koh@digipen.edu::137d2714-8927-4b87-8ea1-b3bd7781ffa2" providerId="AD" clId="Web-{C0D77F2D-CEEE-A657-717A-A25CF20C672A}" dt="2024-10-21T05:30:07.915" v="1888" actId="14100"/>
          <ac:picMkLst>
            <pc:docMk/>
            <pc:sldMk cId="1787694342" sldId="280"/>
            <ac:picMk id="25" creationId="{A8554086-D997-E525-F8B9-BD313EA5DD42}"/>
          </ac:picMkLst>
        </pc:picChg>
        <pc:picChg chg="mod">
          <ac:chgData name="Dalton Koh" userId="S::d.koh@digipen.edu::137d2714-8927-4b87-8ea1-b3bd7781ffa2" providerId="AD" clId="Web-{C0D77F2D-CEEE-A657-717A-A25CF20C672A}" dt="2024-10-21T05:30:07.915" v="1886" actId="14100"/>
          <ac:picMkLst>
            <pc:docMk/>
            <pc:sldMk cId="1787694342" sldId="280"/>
            <ac:picMk id="30" creationId="{148B8498-4A6F-D71F-B9FA-D77E87D08FA3}"/>
          </ac:picMkLst>
        </pc:picChg>
        <pc:picChg chg="mod">
          <ac:chgData name="Dalton Koh" userId="S::d.koh@digipen.edu::137d2714-8927-4b87-8ea1-b3bd7781ffa2" providerId="AD" clId="Web-{C0D77F2D-CEEE-A657-717A-A25CF20C672A}" dt="2024-10-21T05:30:07.915" v="1885" actId="14100"/>
          <ac:picMkLst>
            <pc:docMk/>
            <pc:sldMk cId="1787694342" sldId="280"/>
            <ac:picMk id="32" creationId="{35173E77-38DE-B33E-12CF-E9914F2C96BC}"/>
          </ac:picMkLst>
        </pc:picChg>
        <pc:picChg chg="mod">
          <ac:chgData name="Dalton Koh" userId="S::d.koh@digipen.edu::137d2714-8927-4b87-8ea1-b3bd7781ffa2" providerId="AD" clId="Web-{C0D77F2D-CEEE-A657-717A-A25CF20C672A}" dt="2024-10-21T05:30:07.915" v="1883" actId="14100"/>
          <ac:picMkLst>
            <pc:docMk/>
            <pc:sldMk cId="1787694342" sldId="280"/>
            <ac:picMk id="35" creationId="{59F12913-3234-7D6D-F8BE-CB3D2E60AFB7}"/>
          </ac:picMkLst>
        </pc:picChg>
      </pc:sldChg>
      <pc:sldChg chg="addSp delSp modSp addAnim delAnim modAnim">
        <pc:chgData name="Dalton Koh" userId="S::d.koh@digipen.edu::137d2714-8927-4b87-8ea1-b3bd7781ffa2" providerId="AD" clId="Web-{C0D77F2D-CEEE-A657-717A-A25CF20C672A}" dt="2024-10-21T14:11:33.037" v="2501" actId="1076"/>
        <pc:sldMkLst>
          <pc:docMk/>
          <pc:sldMk cId="1964914150" sldId="282"/>
        </pc:sldMkLst>
        <pc:picChg chg="mod">
          <ac:chgData name="Dalton Koh" userId="S::d.koh@digipen.edu::137d2714-8927-4b87-8ea1-b3bd7781ffa2" providerId="AD" clId="Web-{C0D77F2D-CEEE-A657-717A-A25CF20C672A}" dt="2024-10-21T14:11:33.037" v="2501" actId="1076"/>
          <ac:picMkLst>
            <pc:docMk/>
            <pc:sldMk cId="1964914150" sldId="282"/>
            <ac:picMk id="2" creationId="{1D01C2BC-03BD-E588-73F2-A2A4609F2F75}"/>
          </ac:picMkLst>
        </pc:picChg>
        <pc:picChg chg="add del mod">
          <ac:chgData name="Dalton Koh" userId="S::d.koh@digipen.edu::137d2714-8927-4b87-8ea1-b3bd7781ffa2" providerId="AD" clId="Web-{C0D77F2D-CEEE-A657-717A-A25CF20C672A}" dt="2024-10-21T08:26:44.389" v="2034"/>
          <ac:picMkLst>
            <pc:docMk/>
            <pc:sldMk cId="1964914150" sldId="282"/>
            <ac:picMk id="2" creationId="{A1697CEA-16D1-457F-63F9-AD1376C1F286}"/>
          </ac:picMkLst>
        </pc:picChg>
        <pc:picChg chg="add mod">
          <ac:chgData name="Dalton Koh" userId="S::d.koh@digipen.edu::137d2714-8927-4b87-8ea1-b3bd7781ffa2" providerId="AD" clId="Web-{C0D77F2D-CEEE-A657-717A-A25CF20C672A}" dt="2024-10-21T08:59:26.675" v="2155"/>
          <ac:picMkLst>
            <pc:docMk/>
            <pc:sldMk cId="1964914150" sldId="282"/>
            <ac:picMk id="4" creationId="{F1CC7528-5091-D55E-FB8A-C02D272778B1}"/>
          </ac:picMkLst>
        </pc:picChg>
        <pc:picChg chg="add mod">
          <ac:chgData name="Dalton Koh" userId="S::d.koh@digipen.edu::137d2714-8927-4b87-8ea1-b3bd7781ffa2" providerId="AD" clId="Web-{C0D77F2D-CEEE-A657-717A-A25CF20C672A}" dt="2024-10-21T08:59:26.675" v="2157"/>
          <ac:picMkLst>
            <pc:docMk/>
            <pc:sldMk cId="1964914150" sldId="282"/>
            <ac:picMk id="5" creationId="{F3F1D67A-4D16-ACAE-46C4-B79527688E66}"/>
          </ac:picMkLst>
        </pc:picChg>
        <pc:picChg chg="add mod">
          <ac:chgData name="Dalton Koh" userId="S::d.koh@digipen.edu::137d2714-8927-4b87-8ea1-b3bd7781ffa2" providerId="AD" clId="Web-{C0D77F2D-CEEE-A657-717A-A25CF20C672A}" dt="2024-10-21T08:59:26.675" v="2156"/>
          <ac:picMkLst>
            <pc:docMk/>
            <pc:sldMk cId="1964914150" sldId="282"/>
            <ac:picMk id="9" creationId="{7DF1E52B-6168-54CE-B6BA-6C51E45871F5}"/>
          </ac:picMkLst>
        </pc:picChg>
        <pc:picChg chg="add del mod">
          <ac:chgData name="Dalton Koh" userId="S::d.koh@digipen.edu::137d2714-8927-4b87-8ea1-b3bd7781ffa2" providerId="AD" clId="Web-{C0D77F2D-CEEE-A657-717A-A25CF20C672A}" dt="2024-10-21T08:58:22.814" v="2126"/>
          <ac:picMkLst>
            <pc:docMk/>
            <pc:sldMk cId="1964914150" sldId="282"/>
            <ac:picMk id="11" creationId="{7DC67060-5915-5F1F-43B0-CC65758B0E38}"/>
          </ac:picMkLst>
        </pc:picChg>
        <pc:picChg chg="add del mod">
          <ac:chgData name="Dalton Koh" userId="S::d.koh@digipen.edu::137d2714-8927-4b87-8ea1-b3bd7781ffa2" providerId="AD" clId="Web-{C0D77F2D-CEEE-A657-717A-A25CF20C672A}" dt="2024-10-21T08:58:21.704" v="2125"/>
          <ac:picMkLst>
            <pc:docMk/>
            <pc:sldMk cId="1964914150" sldId="282"/>
            <ac:picMk id="14" creationId="{DEC37726-0BA6-332C-7227-77F774C4C05E}"/>
          </ac:picMkLst>
        </pc:picChg>
      </pc:sldChg>
      <pc:sldChg chg="addSp modSp modNotes">
        <pc:chgData name="Dalton Koh" userId="S::d.koh@digipen.edu::137d2714-8927-4b87-8ea1-b3bd7781ffa2" providerId="AD" clId="Web-{C0D77F2D-CEEE-A657-717A-A25CF20C672A}" dt="2024-10-21T07:14:19.373" v="2028"/>
        <pc:sldMkLst>
          <pc:docMk/>
          <pc:sldMk cId="1325259570" sldId="283"/>
        </pc:sldMkLst>
        <pc:spChg chg="add mod">
          <ac:chgData name="Dalton Koh" userId="S::d.koh@digipen.edu::137d2714-8927-4b87-8ea1-b3bd7781ffa2" providerId="AD" clId="Web-{C0D77F2D-CEEE-A657-717A-A25CF20C672A}" dt="2024-10-21T07:13:14.886" v="1984" actId="14100"/>
          <ac:spMkLst>
            <pc:docMk/>
            <pc:sldMk cId="1325259570" sldId="283"/>
            <ac:spMk id="4" creationId="{7AD49828-8E5F-DB02-C736-49026353B9AA}"/>
          </ac:spMkLst>
        </pc:spChg>
        <pc:spChg chg="add mod">
          <ac:chgData name="Dalton Koh" userId="S::d.koh@digipen.edu::137d2714-8927-4b87-8ea1-b3bd7781ffa2" providerId="AD" clId="Web-{C0D77F2D-CEEE-A657-717A-A25CF20C672A}" dt="2024-10-21T07:13:49.310" v="1986" actId="1076"/>
          <ac:spMkLst>
            <pc:docMk/>
            <pc:sldMk cId="1325259570" sldId="283"/>
            <ac:spMk id="6" creationId="{AAF0457A-D9D7-4E6B-ABD9-26A30A29491B}"/>
          </ac:spMkLst>
        </pc:spChg>
        <pc:spChg chg="add mod">
          <ac:chgData name="Dalton Koh" userId="S::d.koh@digipen.edu::137d2714-8927-4b87-8ea1-b3bd7781ffa2" providerId="AD" clId="Web-{C0D77F2D-CEEE-A657-717A-A25CF20C672A}" dt="2024-10-21T07:13:45.872" v="1985" actId="1076"/>
          <ac:spMkLst>
            <pc:docMk/>
            <pc:sldMk cId="1325259570" sldId="283"/>
            <ac:spMk id="8" creationId="{CDF7138A-04D7-16FE-DB26-97B9032E41B2}"/>
          </ac:spMkLst>
        </pc:spChg>
      </pc:sldChg>
      <pc:sldChg chg="addSp delSp modSp addAnim delAnim">
        <pc:chgData name="Dalton Koh" userId="S::d.koh@digipen.edu::137d2714-8927-4b87-8ea1-b3bd7781ffa2" providerId="AD" clId="Web-{C0D77F2D-CEEE-A657-717A-A25CF20C672A}" dt="2024-10-21T13:56:08.832" v="2301" actId="20577"/>
        <pc:sldMkLst>
          <pc:docMk/>
          <pc:sldMk cId="1527971039" sldId="286"/>
        </pc:sldMkLst>
        <pc:spChg chg="mod">
          <ac:chgData name="Dalton Koh" userId="S::d.koh@digipen.edu::137d2714-8927-4b87-8ea1-b3bd7781ffa2" providerId="AD" clId="Web-{C0D77F2D-CEEE-A657-717A-A25CF20C672A}" dt="2024-10-21T13:51:40.339" v="2255" actId="14100"/>
          <ac:spMkLst>
            <pc:docMk/>
            <pc:sldMk cId="1527971039" sldId="286"/>
            <ac:spMk id="20" creationId="{30E1E833-FC61-69DD-E69C-6D0BFA88E3E9}"/>
          </ac:spMkLst>
        </pc:spChg>
        <pc:spChg chg="mod">
          <ac:chgData name="Dalton Koh" userId="S::d.koh@digipen.edu::137d2714-8927-4b87-8ea1-b3bd7781ffa2" providerId="AD" clId="Web-{C0D77F2D-CEEE-A657-717A-A25CF20C672A}" dt="2024-10-21T13:51:48.308" v="2257" actId="14100"/>
          <ac:spMkLst>
            <pc:docMk/>
            <pc:sldMk cId="1527971039" sldId="286"/>
            <ac:spMk id="21" creationId="{3EA848CD-3399-8646-CE70-4EE37AF29B13}"/>
          </ac:spMkLst>
        </pc:spChg>
        <pc:spChg chg="mod">
          <ac:chgData name="Dalton Koh" userId="S::d.koh@digipen.edu::137d2714-8927-4b87-8ea1-b3bd7781ffa2" providerId="AD" clId="Web-{C0D77F2D-CEEE-A657-717A-A25CF20C672A}" dt="2024-10-21T13:52:06.949" v="2261" actId="14100"/>
          <ac:spMkLst>
            <pc:docMk/>
            <pc:sldMk cId="1527971039" sldId="286"/>
            <ac:spMk id="22" creationId="{7F65147B-7E1D-AD76-711E-C3BFADC5C5C9}"/>
          </ac:spMkLst>
        </pc:spChg>
        <pc:spChg chg="mod">
          <ac:chgData name="Dalton Koh" userId="S::d.koh@digipen.edu::137d2714-8927-4b87-8ea1-b3bd7781ffa2" providerId="AD" clId="Web-{C0D77F2D-CEEE-A657-717A-A25CF20C672A}" dt="2024-10-21T13:52:15.793" v="2263" actId="14100"/>
          <ac:spMkLst>
            <pc:docMk/>
            <pc:sldMk cId="1527971039" sldId="286"/>
            <ac:spMk id="23" creationId="{48BE4957-52F6-FDDB-AF6C-BF9CD5CC6C52}"/>
          </ac:spMkLst>
        </pc:spChg>
        <pc:spChg chg="mod">
          <ac:chgData name="Dalton Koh" userId="S::d.koh@digipen.edu::137d2714-8927-4b87-8ea1-b3bd7781ffa2" providerId="AD" clId="Web-{C0D77F2D-CEEE-A657-717A-A25CF20C672A}" dt="2024-10-21T13:56:08.832" v="2301" actId="20577"/>
          <ac:spMkLst>
            <pc:docMk/>
            <pc:sldMk cId="1527971039" sldId="286"/>
            <ac:spMk id="26" creationId="{4581CE52-7D58-C5B1-3F1E-FB9311DC4F77}"/>
          </ac:spMkLst>
        </pc:spChg>
        <pc:grpChg chg="add del">
          <ac:chgData name="Dalton Koh" userId="S::d.koh@digipen.edu::137d2714-8927-4b87-8ea1-b3bd7781ffa2" providerId="AD" clId="Web-{C0D77F2D-CEEE-A657-717A-A25CF20C672A}" dt="2024-10-21T13:54:46.595" v="2280"/>
          <ac:grpSpMkLst>
            <pc:docMk/>
            <pc:sldMk cId="1527971039" sldId="286"/>
            <ac:grpSpMk id="11" creationId="{156703E3-A63B-88B2-9B2E-CB9A9BFCF2A8}"/>
          </ac:grpSpMkLst>
        </pc:grpChg>
        <pc:grpChg chg="add del">
          <ac:chgData name="Dalton Koh" userId="S::d.koh@digipen.edu::137d2714-8927-4b87-8ea1-b3bd7781ffa2" providerId="AD" clId="Web-{C0D77F2D-CEEE-A657-717A-A25CF20C672A}" dt="2024-10-21T13:54:53.924" v="2282"/>
          <ac:grpSpMkLst>
            <pc:docMk/>
            <pc:sldMk cId="1527971039" sldId="286"/>
            <ac:grpSpMk id="29" creationId="{78F4684A-D7B0-E937-5458-EBCB03D410DB}"/>
          </ac:grpSpMkLst>
        </pc:grpChg>
      </pc:sldChg>
      <pc:sldChg chg="modSp">
        <pc:chgData name="Dalton Koh" userId="S::d.koh@digipen.edu::137d2714-8927-4b87-8ea1-b3bd7781ffa2" providerId="AD" clId="Web-{C0D77F2D-CEEE-A657-717A-A25CF20C672A}" dt="2024-10-21T14:04:37.710" v="2494"/>
        <pc:sldMkLst>
          <pc:docMk/>
          <pc:sldMk cId="3750453340" sldId="289"/>
        </pc:sldMkLst>
        <pc:graphicFrameChg chg="mod modGraphic">
          <ac:chgData name="Dalton Koh" userId="S::d.koh@digipen.edu::137d2714-8927-4b87-8ea1-b3bd7781ffa2" providerId="AD" clId="Web-{C0D77F2D-CEEE-A657-717A-A25CF20C672A}" dt="2024-10-21T14:04:37.710" v="2494"/>
          <ac:graphicFrameMkLst>
            <pc:docMk/>
            <pc:sldMk cId="3750453340" sldId="289"/>
            <ac:graphicFrameMk id="6" creationId="{B94BABC1-4612-A2ED-75B1-BC65ADE8A261}"/>
          </ac:graphicFrameMkLst>
        </pc:graphicFrameChg>
      </pc:sldChg>
      <pc:sldChg chg="addSp delSp modSp">
        <pc:chgData name="Dalton Koh" userId="S::d.koh@digipen.edu::137d2714-8927-4b87-8ea1-b3bd7781ffa2" providerId="AD" clId="Web-{C0D77F2D-CEEE-A657-717A-A25CF20C672A}" dt="2024-10-21T08:52:08.488" v="2066"/>
        <pc:sldMkLst>
          <pc:docMk/>
          <pc:sldMk cId="1092323827" sldId="290"/>
        </pc:sldMkLst>
        <pc:picChg chg="add del mod">
          <ac:chgData name="Dalton Koh" userId="S::d.koh@digipen.edu::137d2714-8927-4b87-8ea1-b3bd7781ffa2" providerId="AD" clId="Web-{C0D77F2D-CEEE-A657-717A-A25CF20C672A}" dt="2024-10-21T08:41:14.372" v="2053"/>
          <ac:picMkLst>
            <pc:docMk/>
            <pc:sldMk cId="1092323827" sldId="290"/>
            <ac:picMk id="2" creationId="{48021B33-602F-E4C9-8744-E55C1AF9D656}"/>
          </ac:picMkLst>
        </pc:picChg>
        <pc:picChg chg="add del mod">
          <ac:chgData name="Dalton Koh" userId="S::d.koh@digipen.edu::137d2714-8927-4b87-8ea1-b3bd7781ffa2" providerId="AD" clId="Web-{C0D77F2D-CEEE-A657-717A-A25CF20C672A}" dt="2024-10-21T08:52:08.488" v="2066"/>
          <ac:picMkLst>
            <pc:docMk/>
            <pc:sldMk cId="1092323827" sldId="290"/>
            <ac:picMk id="2" creationId="{D22CB6DB-89DB-C351-83D7-67420691CF5F}"/>
          </ac:picMkLst>
        </pc:picChg>
        <pc:picChg chg="add del mod">
          <ac:chgData name="Dalton Koh" userId="S::d.koh@digipen.edu::137d2714-8927-4b87-8ea1-b3bd7781ffa2" providerId="AD" clId="Web-{C0D77F2D-CEEE-A657-717A-A25CF20C672A}" dt="2024-10-21T08:41:38.498" v="2059"/>
          <ac:picMkLst>
            <pc:docMk/>
            <pc:sldMk cId="1092323827" sldId="290"/>
            <ac:picMk id="4" creationId="{79A4934E-C3AB-1A1E-BC5C-3F3AB955E8BF}"/>
          </ac:picMkLst>
        </pc:picChg>
        <pc:picChg chg="add del mod">
          <ac:chgData name="Dalton Koh" userId="S::d.koh@digipen.edu::137d2714-8927-4b87-8ea1-b3bd7781ffa2" providerId="AD" clId="Web-{C0D77F2D-CEEE-A657-717A-A25CF20C672A}" dt="2024-10-21T08:43:37.002" v="2063"/>
          <ac:picMkLst>
            <pc:docMk/>
            <pc:sldMk cId="1092323827" sldId="290"/>
            <ac:picMk id="6" creationId="{BD8AAC04-77FB-7B74-F0AF-8D5FD5DB9FC2}"/>
          </ac:picMkLst>
        </pc:picChg>
        <pc:picChg chg="add del mod">
          <ac:chgData name="Dalton Koh" userId="S::d.koh@digipen.edu::137d2714-8927-4b87-8ea1-b3bd7781ffa2" providerId="AD" clId="Web-{C0D77F2D-CEEE-A657-717A-A25CF20C672A}" dt="2024-10-21T08:39:49.854" v="2045"/>
          <ac:picMkLst>
            <pc:docMk/>
            <pc:sldMk cId="1092323827" sldId="290"/>
            <ac:picMk id="7" creationId="{ECA0B9CE-90BA-8B31-75D6-CBF579C20895}"/>
          </ac:picMkLst>
        </pc:picChg>
      </pc:sldChg>
      <pc:sldChg chg="modSp">
        <pc:chgData name="Dalton Koh" userId="S::d.koh@digipen.edu::137d2714-8927-4b87-8ea1-b3bd7781ffa2" providerId="AD" clId="Web-{C0D77F2D-CEEE-A657-717A-A25CF20C672A}" dt="2024-10-21T13:47:42.408" v="2219" actId="20577"/>
        <pc:sldMkLst>
          <pc:docMk/>
          <pc:sldMk cId="3500102038" sldId="292"/>
        </pc:sldMkLst>
        <pc:spChg chg="mod">
          <ac:chgData name="Dalton Koh" userId="S::d.koh@digipen.edu::137d2714-8927-4b87-8ea1-b3bd7781ffa2" providerId="AD" clId="Web-{C0D77F2D-CEEE-A657-717A-A25CF20C672A}" dt="2024-10-21T13:47:42.408" v="2219" actId="20577"/>
          <ac:spMkLst>
            <pc:docMk/>
            <pc:sldMk cId="3500102038" sldId="292"/>
            <ac:spMk id="33" creationId="{9E4813BE-11D7-84C0-B1AB-FC4ACED39F13}"/>
          </ac:spMkLst>
        </pc:spChg>
      </pc:sldChg>
      <pc:sldChg chg="addSp delSp modSp delAnim">
        <pc:chgData name="Dalton Koh" userId="S::d.koh@digipen.edu::137d2714-8927-4b87-8ea1-b3bd7781ffa2" providerId="AD" clId="Web-{C0D77F2D-CEEE-A657-717A-A25CF20C672A}" dt="2024-10-21T13:00:32.995" v="2170" actId="1076"/>
        <pc:sldMkLst>
          <pc:docMk/>
          <pc:sldMk cId="294258422" sldId="293"/>
        </pc:sldMkLst>
        <pc:picChg chg="add mod">
          <ac:chgData name="Dalton Koh" userId="S::d.koh@digipen.edu::137d2714-8927-4b87-8ea1-b3bd7781ffa2" providerId="AD" clId="Web-{C0D77F2D-CEEE-A657-717A-A25CF20C672A}" dt="2024-10-21T12:59:52.337" v="2168" actId="1076"/>
          <ac:picMkLst>
            <pc:docMk/>
            <pc:sldMk cId="294258422" sldId="293"/>
            <ac:picMk id="2" creationId="{9C738352-BF99-B4A1-469E-BF3D22D2E0EE}"/>
          </ac:picMkLst>
        </pc:picChg>
        <pc:picChg chg="add mod">
          <ac:chgData name="Dalton Koh" userId="S::d.koh@digipen.edu::137d2714-8927-4b87-8ea1-b3bd7781ffa2" providerId="AD" clId="Web-{C0D77F2D-CEEE-A657-717A-A25CF20C672A}" dt="2024-10-21T13:00:32.995" v="2170" actId="1076"/>
          <ac:picMkLst>
            <pc:docMk/>
            <pc:sldMk cId="294258422" sldId="293"/>
            <ac:picMk id="4" creationId="{990D2CD9-3D4B-A155-5E17-E7B7B2DE10B7}"/>
          </ac:picMkLst>
        </pc:picChg>
        <pc:picChg chg="del">
          <ac:chgData name="Dalton Koh" userId="S::d.koh@digipen.edu::137d2714-8927-4b87-8ea1-b3bd7781ffa2" providerId="AD" clId="Web-{C0D77F2D-CEEE-A657-717A-A25CF20C672A}" dt="2024-10-21T12:59:16.852" v="2162"/>
          <ac:picMkLst>
            <pc:docMk/>
            <pc:sldMk cId="294258422" sldId="293"/>
            <ac:picMk id="41" creationId="{2734C716-7849-42BF-4390-924F71D67629}"/>
          </ac:picMkLst>
        </pc:picChg>
        <pc:picChg chg="del">
          <ac:chgData name="Dalton Koh" userId="S::d.koh@digipen.edu::137d2714-8927-4b87-8ea1-b3bd7781ffa2" providerId="AD" clId="Web-{C0D77F2D-CEEE-A657-717A-A25CF20C672A}" dt="2024-10-21T12:59:18.352" v="2163"/>
          <ac:picMkLst>
            <pc:docMk/>
            <pc:sldMk cId="294258422" sldId="293"/>
            <ac:picMk id="55" creationId="{BD11CDCD-56C5-EC01-273D-9849DF8050B0}"/>
          </ac:picMkLst>
        </pc:picChg>
      </pc:sldChg>
      <pc:sldChg chg="modSp">
        <pc:chgData name="Dalton Koh" userId="S::d.koh@digipen.edu::137d2714-8927-4b87-8ea1-b3bd7781ffa2" providerId="AD" clId="Web-{C0D77F2D-CEEE-A657-717A-A25CF20C672A}" dt="2024-10-21T13:45:41.873" v="2216" actId="1076"/>
        <pc:sldMkLst>
          <pc:docMk/>
          <pc:sldMk cId="3954920172" sldId="294"/>
        </pc:sldMkLst>
        <pc:spChg chg="mod">
          <ac:chgData name="Dalton Koh" userId="S::d.koh@digipen.edu::137d2714-8927-4b87-8ea1-b3bd7781ffa2" providerId="AD" clId="Web-{C0D77F2D-CEEE-A657-717A-A25CF20C672A}" dt="2024-10-21T13:45:13.778" v="2212" actId="1076"/>
          <ac:spMkLst>
            <pc:docMk/>
            <pc:sldMk cId="3954920172" sldId="294"/>
            <ac:spMk id="9" creationId="{3D44B27C-8A69-C050-7CAA-169F32C8CF16}"/>
          </ac:spMkLst>
        </pc:spChg>
        <pc:spChg chg="mod">
          <ac:chgData name="Dalton Koh" userId="S::d.koh@digipen.edu::137d2714-8927-4b87-8ea1-b3bd7781ffa2" providerId="AD" clId="Web-{C0D77F2D-CEEE-A657-717A-A25CF20C672A}" dt="2024-10-21T13:45:22.388" v="2213" actId="1076"/>
          <ac:spMkLst>
            <pc:docMk/>
            <pc:sldMk cId="3954920172" sldId="294"/>
            <ac:spMk id="19" creationId="{D9647D46-2826-4644-2AE2-4AA671FC598E}"/>
          </ac:spMkLst>
        </pc:spChg>
        <pc:spChg chg="mod">
          <ac:chgData name="Dalton Koh" userId="S::d.koh@digipen.edu::137d2714-8927-4b87-8ea1-b3bd7781ffa2" providerId="AD" clId="Web-{C0D77F2D-CEEE-A657-717A-A25CF20C672A}" dt="2024-10-21T13:44:53.574" v="2209" actId="1076"/>
          <ac:spMkLst>
            <pc:docMk/>
            <pc:sldMk cId="3954920172" sldId="294"/>
            <ac:spMk id="20" creationId="{68DAA377-0286-6295-CBE0-39F343F8A916}"/>
          </ac:spMkLst>
        </pc:spChg>
        <pc:picChg chg="mod">
          <ac:chgData name="Dalton Koh" userId="S::d.koh@digipen.edu::137d2714-8927-4b87-8ea1-b3bd7781ffa2" providerId="AD" clId="Web-{C0D77F2D-CEEE-A657-717A-A25CF20C672A}" dt="2024-10-21T13:45:29.982" v="2214" actId="1076"/>
          <ac:picMkLst>
            <pc:docMk/>
            <pc:sldMk cId="3954920172" sldId="294"/>
            <ac:picMk id="2" creationId="{2EEA9F62-7107-DBCE-9BED-17B89DF2226D}"/>
          </ac:picMkLst>
        </pc:picChg>
        <pc:picChg chg="mod">
          <ac:chgData name="Dalton Koh" userId="S::d.koh@digipen.edu::137d2714-8927-4b87-8ea1-b3bd7781ffa2" providerId="AD" clId="Web-{C0D77F2D-CEEE-A657-717A-A25CF20C672A}" dt="2024-10-21T13:44:57.371" v="2210" actId="1076"/>
          <ac:picMkLst>
            <pc:docMk/>
            <pc:sldMk cId="3954920172" sldId="294"/>
            <ac:picMk id="12" creationId="{08783D6B-DF5E-8D16-0805-1D8ABB1D9720}"/>
          </ac:picMkLst>
        </pc:picChg>
        <pc:picChg chg="mod">
          <ac:chgData name="Dalton Koh" userId="S::d.koh@digipen.edu::137d2714-8927-4b87-8ea1-b3bd7781ffa2" providerId="AD" clId="Web-{C0D77F2D-CEEE-A657-717A-A25CF20C672A}" dt="2024-10-21T13:45:41.873" v="2216" actId="1076"/>
          <ac:picMkLst>
            <pc:docMk/>
            <pc:sldMk cId="3954920172" sldId="294"/>
            <ac:picMk id="13" creationId="{E0E10FED-E69D-0B46-FCFB-4377DE164D12}"/>
          </ac:picMkLst>
        </pc:picChg>
        <pc:picChg chg="mod">
          <ac:chgData name="Dalton Koh" userId="S::d.koh@digipen.edu::137d2714-8927-4b87-8ea1-b3bd7781ffa2" providerId="AD" clId="Web-{C0D77F2D-CEEE-A657-717A-A25CF20C672A}" dt="2024-10-21T13:45:36.545" v="2215" actId="1076"/>
          <ac:picMkLst>
            <pc:docMk/>
            <pc:sldMk cId="3954920172" sldId="294"/>
            <ac:picMk id="15" creationId="{ACB932DC-46DC-1365-C8EB-5B9BE211DD09}"/>
          </ac:picMkLst>
        </pc:picChg>
      </pc:sldChg>
      <pc:sldChg chg="addSp modSp">
        <pc:chgData name="Dalton Koh" userId="S::d.koh@digipen.edu::137d2714-8927-4b87-8ea1-b3bd7781ffa2" providerId="AD" clId="Web-{C0D77F2D-CEEE-A657-717A-A25CF20C672A}" dt="2024-10-21T13:42:13.240" v="2199" actId="1076"/>
        <pc:sldMkLst>
          <pc:docMk/>
          <pc:sldMk cId="3283848011" sldId="296"/>
        </pc:sldMkLst>
        <pc:spChg chg="mod">
          <ac:chgData name="Dalton Koh" userId="S::d.koh@digipen.edu::137d2714-8927-4b87-8ea1-b3bd7781ffa2" providerId="AD" clId="Web-{C0D77F2D-CEEE-A657-717A-A25CF20C672A}" dt="2024-10-21T13:41:20.004" v="2195" actId="20577"/>
          <ac:spMkLst>
            <pc:docMk/>
            <pc:sldMk cId="3283848011" sldId="296"/>
            <ac:spMk id="9" creationId="{3D44B27C-8A69-C050-7CAA-169F32C8CF16}"/>
          </ac:spMkLst>
        </pc:spChg>
        <pc:spChg chg="mod">
          <ac:chgData name="Dalton Koh" userId="S::d.koh@digipen.edu::137d2714-8927-4b87-8ea1-b3bd7781ffa2" providerId="AD" clId="Web-{C0D77F2D-CEEE-A657-717A-A25CF20C672A}" dt="2024-10-21T13:42:13.240" v="2199" actId="1076"/>
          <ac:spMkLst>
            <pc:docMk/>
            <pc:sldMk cId="3283848011" sldId="296"/>
            <ac:spMk id="11" creationId="{6BC2A55C-2A9D-F3B3-4BE2-27EB4AA8A6DB}"/>
          </ac:spMkLst>
        </pc:spChg>
        <pc:spChg chg="mod">
          <ac:chgData name="Dalton Koh" userId="S::d.koh@digipen.edu::137d2714-8927-4b87-8ea1-b3bd7781ffa2" providerId="AD" clId="Web-{C0D77F2D-CEEE-A657-717A-A25CF20C672A}" dt="2024-10-21T13:41:54.490" v="2196" actId="1076"/>
          <ac:spMkLst>
            <pc:docMk/>
            <pc:sldMk cId="3283848011" sldId="296"/>
            <ac:spMk id="16" creationId="{7B5A52C5-E0CB-8D71-98DE-69C92CA82DB0}"/>
          </ac:spMkLst>
        </pc:spChg>
        <pc:spChg chg="mod">
          <ac:chgData name="Dalton Koh" userId="S::d.koh@digipen.edu::137d2714-8927-4b87-8ea1-b3bd7781ffa2" providerId="AD" clId="Web-{C0D77F2D-CEEE-A657-717A-A25CF20C672A}" dt="2024-10-21T13:42:03.334" v="2198" actId="1076"/>
          <ac:spMkLst>
            <pc:docMk/>
            <pc:sldMk cId="3283848011" sldId="296"/>
            <ac:spMk id="19" creationId="{D9647D46-2826-4644-2AE2-4AA671FC598E}"/>
          </ac:spMkLst>
        </pc:spChg>
        <pc:spChg chg="mod">
          <ac:chgData name="Dalton Koh" userId="S::d.koh@digipen.edu::137d2714-8927-4b87-8ea1-b3bd7781ffa2" providerId="AD" clId="Web-{C0D77F2D-CEEE-A657-717A-A25CF20C672A}" dt="2024-10-21T13:41:08.316" v="2189" actId="1076"/>
          <ac:spMkLst>
            <pc:docMk/>
            <pc:sldMk cId="3283848011" sldId="296"/>
            <ac:spMk id="21" creationId="{D18694DA-A4EA-A43C-0846-F89189F7BB85}"/>
          </ac:spMkLst>
        </pc:spChg>
        <pc:grpChg chg="add mod">
          <ac:chgData name="Dalton Koh" userId="S::d.koh@digipen.edu::137d2714-8927-4b87-8ea1-b3bd7781ffa2" providerId="AD" clId="Web-{C0D77F2D-CEEE-A657-717A-A25CF20C672A}" dt="2024-10-21T13:40:19.143" v="2186" actId="1076"/>
          <ac:grpSpMkLst>
            <pc:docMk/>
            <pc:sldMk cId="3283848011" sldId="296"/>
            <ac:grpSpMk id="24" creationId="{3CD3C2AF-981D-F4CA-585D-32D997961F48}"/>
          </ac:grpSpMkLst>
        </pc:grpChg>
        <pc:picChg chg="mod">
          <ac:chgData name="Dalton Koh" userId="S::d.koh@digipen.edu::137d2714-8927-4b87-8ea1-b3bd7781ffa2" providerId="AD" clId="Web-{C0D77F2D-CEEE-A657-717A-A25CF20C672A}" dt="2024-10-21T13:40:59.550" v="2187" actId="1076"/>
          <ac:picMkLst>
            <pc:docMk/>
            <pc:sldMk cId="3283848011" sldId="296"/>
            <ac:picMk id="4" creationId="{4EE5475C-769C-59DF-54B0-313E995743E3}"/>
          </ac:picMkLst>
        </pc:picChg>
        <pc:picChg chg="mod">
          <ac:chgData name="Dalton Koh" userId="S::d.koh@digipen.edu::137d2714-8927-4b87-8ea1-b3bd7781ffa2" providerId="AD" clId="Web-{C0D77F2D-CEEE-A657-717A-A25CF20C672A}" dt="2024-10-21T13:41:01.660" v="2188" actId="1076"/>
          <ac:picMkLst>
            <pc:docMk/>
            <pc:sldMk cId="3283848011" sldId="296"/>
            <ac:picMk id="14" creationId="{CDD74A19-E414-261F-274D-8D8CA2373985}"/>
          </ac:picMkLst>
        </pc:picChg>
      </pc:sldChg>
    </pc:docChg>
  </pc:docChgLst>
  <pc:docChgLst>
    <pc:chgData name="Zong Han Law" userId="S::zonghan.law@digipen.edu::d0507cfb-45e6-4fd3-b347-af4a25973187" providerId="AD" clId="Web-{A0DDDEBD-80FC-3EA0-0807-2D48EF7BB213}"/>
    <pc:docChg chg="addSld modSld">
      <pc:chgData name="Zong Han Law" userId="S::zonghan.law@digipen.edu::d0507cfb-45e6-4fd3-b347-af4a25973187" providerId="AD" clId="Web-{A0DDDEBD-80FC-3EA0-0807-2D48EF7BB213}" dt="2024-10-18T12:09:27.928" v="91" actId="20577"/>
      <pc:docMkLst>
        <pc:docMk/>
      </pc:docMkLst>
      <pc:sldChg chg="modSp">
        <pc:chgData name="Zong Han Law" userId="S::zonghan.law@digipen.edu::d0507cfb-45e6-4fd3-b347-af4a25973187" providerId="AD" clId="Web-{A0DDDEBD-80FC-3EA0-0807-2D48EF7BB213}" dt="2024-10-18T12:09:27.928" v="91" actId="20577"/>
        <pc:sldMkLst>
          <pc:docMk/>
          <pc:sldMk cId="109857222" sldId="256"/>
        </pc:sldMkLst>
        <pc:spChg chg="mod">
          <ac:chgData name="Zong Han Law" userId="S::zonghan.law@digipen.edu::d0507cfb-45e6-4fd3-b347-af4a25973187" providerId="AD" clId="Web-{A0DDDEBD-80FC-3EA0-0807-2D48EF7BB213}" dt="2024-10-18T12:09:27.928" v="91" actId="20577"/>
          <ac:spMkLst>
            <pc:docMk/>
            <pc:sldMk cId="109857222" sldId="256"/>
            <ac:spMk id="5" creationId="{DB14B52F-5862-7A44-B9FE-BE0AB267131E}"/>
          </ac:spMkLst>
        </pc:spChg>
      </pc:sldChg>
      <pc:sldChg chg="modSp modNotes">
        <pc:chgData name="Zong Han Law" userId="S::zonghan.law@digipen.edu::d0507cfb-45e6-4fd3-b347-af4a25973187" providerId="AD" clId="Web-{A0DDDEBD-80FC-3EA0-0807-2D48EF7BB213}" dt="2024-10-18T09:42:03.574" v="20" actId="20577"/>
        <pc:sldMkLst>
          <pc:docMk/>
          <pc:sldMk cId="3636437885" sldId="257"/>
        </pc:sldMkLst>
      </pc:sldChg>
      <pc:sldChg chg="modSp new">
        <pc:chgData name="Zong Han Law" userId="S::zonghan.law@digipen.edu::d0507cfb-45e6-4fd3-b347-af4a25973187" providerId="AD" clId="Web-{A0DDDEBD-80FC-3EA0-0807-2D48EF7BB213}" dt="2024-10-18T09:39:49.288" v="5" actId="20577"/>
        <pc:sldMkLst>
          <pc:docMk/>
          <pc:sldMk cId="3118757015" sldId="260"/>
        </pc:sldMkLst>
      </pc:sldChg>
      <pc:sldChg chg="new">
        <pc:chgData name="Zong Han Law" userId="S::zonghan.law@digipen.edu::d0507cfb-45e6-4fd3-b347-af4a25973187" providerId="AD" clId="Web-{A0DDDEBD-80FC-3EA0-0807-2D48EF7BB213}" dt="2024-10-18T09:35:45.061" v="1"/>
        <pc:sldMkLst>
          <pc:docMk/>
          <pc:sldMk cId="3263337618" sldId="261"/>
        </pc:sldMkLst>
      </pc:sldChg>
      <pc:sldChg chg="modSp">
        <pc:chgData name="Zong Han Law" userId="S::zonghan.law@digipen.edu::d0507cfb-45e6-4fd3-b347-af4a25973187" providerId="AD" clId="Web-{A0DDDEBD-80FC-3EA0-0807-2D48EF7BB213}" dt="2024-10-18T10:22:58.428" v="88" actId="20577"/>
        <pc:sldMkLst>
          <pc:docMk/>
          <pc:sldMk cId="3844454283" sldId="262"/>
        </pc:sldMkLst>
        <pc:spChg chg="mod">
          <ac:chgData name="Zong Han Law" userId="S::zonghan.law@digipen.edu::d0507cfb-45e6-4fd3-b347-af4a25973187" providerId="AD" clId="Web-{A0DDDEBD-80FC-3EA0-0807-2D48EF7BB213}" dt="2024-10-18T10:22:58.428" v="88" actId="20577"/>
          <ac:spMkLst>
            <pc:docMk/>
            <pc:sldMk cId="3844454283" sldId="262"/>
            <ac:spMk id="3" creationId="{4908E7B7-998E-506F-3517-13AC677BCBEA}"/>
          </ac:spMkLst>
        </pc:spChg>
      </pc:sldChg>
    </pc:docChg>
  </pc:docChgLst>
  <pc:docChgLst>
    <pc:chgData name="Zong Han Law" userId="S::zonghan.law@digipen.edu::d0507cfb-45e6-4fd3-b347-af4a25973187" providerId="AD" clId="Web-{47B4D6C9-F6FC-C13E-8D55-8ED6F2955503}"/>
    <pc:docChg chg="addSld delSld modSld">
      <pc:chgData name="Zong Han Law" userId="S::zonghan.law@digipen.edu::d0507cfb-45e6-4fd3-b347-af4a25973187" providerId="AD" clId="Web-{47B4D6C9-F6FC-C13E-8D55-8ED6F2955503}" dt="2024-10-21T10:54:38.570" v="65"/>
      <pc:docMkLst>
        <pc:docMk/>
      </pc:docMkLst>
      <pc:sldChg chg="del">
        <pc:chgData name="Zong Han Law" userId="S::zonghan.law@digipen.edu::d0507cfb-45e6-4fd3-b347-af4a25973187" providerId="AD" clId="Web-{47B4D6C9-F6FC-C13E-8D55-8ED6F2955503}" dt="2024-10-21T10:54:38.570" v="65"/>
        <pc:sldMkLst>
          <pc:docMk/>
          <pc:sldMk cId="2901408381" sldId="281"/>
        </pc:sldMkLst>
      </pc:sldChg>
      <pc:sldChg chg="modSp">
        <pc:chgData name="Zong Han Law" userId="S::zonghan.law@digipen.edu::d0507cfb-45e6-4fd3-b347-af4a25973187" providerId="AD" clId="Web-{47B4D6C9-F6FC-C13E-8D55-8ED6F2955503}" dt="2024-10-21T10:47:42.007" v="64" actId="20577"/>
        <pc:sldMkLst>
          <pc:docMk/>
          <pc:sldMk cId="1527971039" sldId="286"/>
        </pc:sldMkLst>
        <pc:spChg chg="mod">
          <ac:chgData name="Zong Han Law" userId="S::zonghan.law@digipen.edu::d0507cfb-45e6-4fd3-b347-af4a25973187" providerId="AD" clId="Web-{47B4D6C9-F6FC-C13E-8D55-8ED6F2955503}" dt="2024-10-21T10:47:42.007" v="64" actId="20577"/>
          <ac:spMkLst>
            <pc:docMk/>
            <pc:sldMk cId="1527971039" sldId="286"/>
            <ac:spMk id="20" creationId="{30E1E833-FC61-69DD-E69C-6D0BFA88E3E9}"/>
          </ac:spMkLst>
        </pc:spChg>
      </pc:sldChg>
      <pc:sldChg chg="modSp">
        <pc:chgData name="Zong Han Law" userId="S::zonghan.law@digipen.edu::d0507cfb-45e6-4fd3-b347-af4a25973187" providerId="AD" clId="Web-{47B4D6C9-F6FC-C13E-8D55-8ED6F2955503}" dt="2024-10-21T10:45:29.205" v="32" actId="20577"/>
        <pc:sldMkLst>
          <pc:docMk/>
          <pc:sldMk cId="3500102038" sldId="292"/>
        </pc:sldMkLst>
        <pc:spChg chg="mod">
          <ac:chgData name="Zong Han Law" userId="S::zonghan.law@digipen.edu::d0507cfb-45e6-4fd3-b347-af4a25973187" providerId="AD" clId="Web-{47B4D6C9-F6FC-C13E-8D55-8ED6F2955503}" dt="2024-10-21T10:45:29.205" v="32" actId="20577"/>
          <ac:spMkLst>
            <pc:docMk/>
            <pc:sldMk cId="3500102038" sldId="292"/>
            <ac:spMk id="2" creationId="{2E98358F-65E5-6DFE-8804-A62D3B19FB25}"/>
          </ac:spMkLst>
        </pc:spChg>
      </pc:sldChg>
      <pc:sldChg chg="modSp add replId">
        <pc:chgData name="Zong Han Law" userId="S::zonghan.law@digipen.edu::d0507cfb-45e6-4fd3-b347-af4a25973187" providerId="AD" clId="Web-{47B4D6C9-F6FC-C13E-8D55-8ED6F2955503}" dt="2024-10-21T10:45:43.722" v="42" actId="20577"/>
        <pc:sldMkLst>
          <pc:docMk/>
          <pc:sldMk cId="3954920172" sldId="294"/>
        </pc:sldMkLst>
        <pc:spChg chg="mod">
          <ac:chgData name="Zong Han Law" userId="S::zonghan.law@digipen.edu::d0507cfb-45e6-4fd3-b347-af4a25973187" providerId="AD" clId="Web-{47B4D6C9-F6FC-C13E-8D55-8ED6F2955503}" dt="2024-10-21T10:45:43.722" v="42" actId="20577"/>
          <ac:spMkLst>
            <pc:docMk/>
            <pc:sldMk cId="3954920172" sldId="294"/>
            <ac:spMk id="2" creationId="{2E98358F-65E5-6DFE-8804-A62D3B19FB25}"/>
          </ac:spMkLst>
        </pc:spChg>
      </pc:sldChg>
      <pc:sldChg chg="modSp add replId">
        <pc:chgData name="Zong Han Law" userId="S::zonghan.law@digipen.edu::d0507cfb-45e6-4fd3-b347-af4a25973187" providerId="AD" clId="Web-{47B4D6C9-F6FC-C13E-8D55-8ED6F2955503}" dt="2024-10-21T10:46:55.224" v="59" actId="20577"/>
        <pc:sldMkLst>
          <pc:docMk/>
          <pc:sldMk cId="371648416" sldId="295"/>
        </pc:sldMkLst>
        <pc:spChg chg="mod">
          <ac:chgData name="Zong Han Law" userId="S::zonghan.law@digipen.edu::d0507cfb-45e6-4fd3-b347-af4a25973187" providerId="AD" clId="Web-{47B4D6C9-F6FC-C13E-8D55-8ED6F2955503}" dt="2024-10-21T10:46:55.224" v="59" actId="20577"/>
          <ac:spMkLst>
            <pc:docMk/>
            <pc:sldMk cId="371648416" sldId="295"/>
            <ac:spMk id="2" creationId="{2E98358F-65E5-6DFE-8804-A62D3B19FB25}"/>
          </ac:spMkLst>
        </pc:spChg>
      </pc:sldChg>
    </pc:docChg>
  </pc:docChgLst>
  <pc:docChgLst>
    <pc:chgData name="Zong Han Law" userId="S::zonghan.law@digipen.edu::d0507cfb-45e6-4fd3-b347-af4a25973187" providerId="AD" clId="Web-{CE7C9F5B-78E2-CFE7-5473-DB3C7740015D}"/>
    <pc:docChg chg="modSld">
      <pc:chgData name="Zong Han Law" userId="S::zonghan.law@digipen.edu::d0507cfb-45e6-4fd3-b347-af4a25973187" providerId="AD" clId="Web-{CE7C9F5B-78E2-CFE7-5473-DB3C7740015D}" dt="2024-10-21T08:10:58.653" v="2"/>
      <pc:docMkLst>
        <pc:docMk/>
      </pc:docMkLst>
      <pc:sldChg chg="addAnim delAnim">
        <pc:chgData name="Zong Han Law" userId="S::zonghan.law@digipen.edu::d0507cfb-45e6-4fd3-b347-af4a25973187" providerId="AD" clId="Web-{CE7C9F5B-78E2-CFE7-5473-DB3C7740015D}" dt="2024-10-21T08:10:58.653" v="2"/>
        <pc:sldMkLst>
          <pc:docMk/>
          <pc:sldMk cId="1092323827" sldId="290"/>
        </pc:sldMkLst>
      </pc:sldChg>
    </pc:docChg>
  </pc:docChgLst>
  <pc:docChgLst>
    <pc:chgData name="Dalton Koh" userId="S::d.koh@digipen.edu::137d2714-8927-4b87-8ea1-b3bd7781ffa2" providerId="AD" clId="Web-{C04DCB02-67C9-6C41-3748-1B4436281A5B}"/>
    <pc:docChg chg="addSld delSld modSld">
      <pc:chgData name="Dalton Koh" userId="S::d.koh@digipen.edu::137d2714-8927-4b87-8ea1-b3bd7781ffa2" providerId="AD" clId="Web-{C04DCB02-67C9-6C41-3748-1B4436281A5B}" dt="2024-10-18T11:23:18.905" v="973"/>
      <pc:docMkLst>
        <pc:docMk/>
      </pc:docMkLst>
      <pc:sldChg chg="addSp modSp">
        <pc:chgData name="Dalton Koh" userId="S::d.koh@digipen.edu::137d2714-8927-4b87-8ea1-b3bd7781ffa2" providerId="AD" clId="Web-{C04DCB02-67C9-6C41-3748-1B4436281A5B}" dt="2024-10-18T10:50:38.390" v="732" actId="1076"/>
        <pc:sldMkLst>
          <pc:docMk/>
          <pc:sldMk cId="109857222" sldId="256"/>
        </pc:sldMkLst>
        <pc:spChg chg="mod">
          <ac:chgData name="Dalton Koh" userId="S::d.koh@digipen.edu::137d2714-8927-4b87-8ea1-b3bd7781ffa2" providerId="AD" clId="Web-{C04DCB02-67C9-6C41-3748-1B4436281A5B}" dt="2024-10-18T10:50:33.234" v="73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alton Koh" userId="S::d.koh@digipen.edu::137d2714-8927-4b87-8ea1-b3bd7781ffa2" providerId="AD" clId="Web-{C04DCB02-67C9-6C41-3748-1B4436281A5B}" dt="2024-10-18T10:50:38.390" v="732" actId="1076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Dalton Koh" userId="S::d.koh@digipen.edu::137d2714-8927-4b87-8ea1-b3bd7781ffa2" providerId="AD" clId="Web-{C04DCB02-67C9-6C41-3748-1B4436281A5B}" dt="2024-10-18T10:49:30.701" v="728" actId="20577"/>
          <ac:spMkLst>
            <pc:docMk/>
            <pc:sldMk cId="109857222" sldId="256"/>
            <ac:spMk id="5" creationId="{DB14B52F-5862-7A44-B9FE-BE0AB267131E}"/>
          </ac:spMkLst>
        </pc:spChg>
      </pc:sldChg>
      <pc:sldChg chg="modSp">
        <pc:chgData name="Dalton Koh" userId="S::d.koh@digipen.edu::137d2714-8927-4b87-8ea1-b3bd7781ffa2" providerId="AD" clId="Web-{C04DCB02-67C9-6C41-3748-1B4436281A5B}" dt="2024-10-18T10:05:37.639" v="95" actId="20577"/>
        <pc:sldMkLst>
          <pc:docMk/>
          <pc:sldMk cId="3636437885" sldId="257"/>
        </pc:sldMkLst>
      </pc:sldChg>
      <pc:sldChg chg="modSp">
        <pc:chgData name="Dalton Koh" userId="S::d.koh@digipen.edu::137d2714-8927-4b87-8ea1-b3bd7781ffa2" providerId="AD" clId="Web-{C04DCB02-67C9-6C41-3748-1B4436281A5B}" dt="2024-10-18T11:13:39.407" v="913" actId="20577"/>
        <pc:sldMkLst>
          <pc:docMk/>
          <pc:sldMk cId="148712261" sldId="259"/>
        </pc:sldMkLst>
      </pc:sldChg>
      <pc:sldChg chg="modSp">
        <pc:chgData name="Dalton Koh" userId="S::d.koh@digipen.edu::137d2714-8927-4b87-8ea1-b3bd7781ffa2" providerId="AD" clId="Web-{C04DCB02-67C9-6C41-3748-1B4436281A5B}" dt="2024-10-18T09:45:11.218" v="47" actId="20577"/>
        <pc:sldMkLst>
          <pc:docMk/>
          <pc:sldMk cId="3118757015" sldId="260"/>
        </pc:sldMkLst>
      </pc:sldChg>
      <pc:sldChg chg="modSp new">
        <pc:chgData name="Dalton Koh" userId="S::d.koh@digipen.edu::137d2714-8927-4b87-8ea1-b3bd7781ffa2" providerId="AD" clId="Web-{C04DCB02-67C9-6C41-3748-1B4436281A5B}" dt="2024-10-18T09:51:00.542" v="70" actId="20577"/>
        <pc:sldMkLst>
          <pc:docMk/>
          <pc:sldMk cId="1819906022" sldId="261"/>
        </pc:sldMkLst>
        <pc:spChg chg="mod">
          <ac:chgData name="Dalton Koh" userId="S::d.koh@digipen.edu::137d2714-8927-4b87-8ea1-b3bd7781ffa2" providerId="AD" clId="Web-{C04DCB02-67C9-6C41-3748-1B4436281A5B}" dt="2024-10-18T09:46:24.111" v="59" actId="20577"/>
          <ac:spMkLst>
            <pc:docMk/>
            <pc:sldMk cId="1819906022" sldId="261"/>
            <ac:spMk id="2" creationId="{1A8A59E5-B6DD-535D-20B2-E3650E92721F}"/>
          </ac:spMkLst>
        </pc:spChg>
        <pc:spChg chg="mod">
          <ac:chgData name="Dalton Koh" userId="S::d.koh@digipen.edu::137d2714-8927-4b87-8ea1-b3bd7781ffa2" providerId="AD" clId="Web-{C04DCB02-67C9-6C41-3748-1B4436281A5B}" dt="2024-10-18T09:51:00.542" v="70" actId="20577"/>
          <ac:spMkLst>
            <pc:docMk/>
            <pc:sldMk cId="1819906022" sldId="261"/>
            <ac:spMk id="3" creationId="{3E4F2A9D-1BB9-D27B-51DE-2385BD161E36}"/>
          </ac:spMkLst>
        </pc:spChg>
      </pc:sldChg>
      <pc:sldChg chg="del">
        <pc:chgData name="Dalton Koh" userId="S::d.koh@digipen.edu::137d2714-8927-4b87-8ea1-b3bd7781ffa2" providerId="AD" clId="Web-{C04DCB02-67C9-6C41-3748-1B4436281A5B}" dt="2024-10-18T09:40:08.348" v="23"/>
        <pc:sldMkLst>
          <pc:docMk/>
          <pc:sldMk cId="3263337618" sldId="261"/>
        </pc:sldMkLst>
      </pc:sldChg>
      <pc:sldChg chg="modSp new">
        <pc:chgData name="Dalton Koh" userId="S::d.koh@digipen.edu::137d2714-8927-4b87-8ea1-b3bd7781ffa2" providerId="AD" clId="Web-{C04DCB02-67C9-6C41-3748-1B4436281A5B}" dt="2024-10-18T10:44:43.523" v="635" actId="20577"/>
        <pc:sldMkLst>
          <pc:docMk/>
          <pc:sldMk cId="3844454283" sldId="262"/>
        </pc:sldMkLst>
        <pc:spChg chg="mod">
          <ac:chgData name="Dalton Koh" userId="S::d.koh@digipen.edu::137d2714-8927-4b87-8ea1-b3bd7781ffa2" providerId="AD" clId="Web-{C04DCB02-67C9-6C41-3748-1B4436281A5B}" dt="2024-10-18T10:06:04.015" v="111" actId="20577"/>
          <ac:spMkLst>
            <pc:docMk/>
            <pc:sldMk cId="3844454283" sldId="262"/>
            <ac:spMk id="2" creationId="{2FBA0E3A-21B0-FA7F-7005-E4455A8C91C3}"/>
          </ac:spMkLst>
        </pc:spChg>
        <pc:spChg chg="mod">
          <ac:chgData name="Dalton Koh" userId="S::d.koh@digipen.edu::137d2714-8927-4b87-8ea1-b3bd7781ffa2" providerId="AD" clId="Web-{C04DCB02-67C9-6C41-3748-1B4436281A5B}" dt="2024-10-18T10:44:43.523" v="635" actId="20577"/>
          <ac:spMkLst>
            <pc:docMk/>
            <pc:sldMk cId="3844454283" sldId="262"/>
            <ac:spMk id="3" creationId="{4908E7B7-998E-506F-3517-13AC677BCBEA}"/>
          </ac:spMkLst>
        </pc:spChg>
      </pc:sldChg>
      <pc:sldChg chg="addSp delSp modSp new">
        <pc:chgData name="Dalton Koh" userId="S::d.koh@digipen.edu::137d2714-8927-4b87-8ea1-b3bd7781ffa2" providerId="AD" clId="Web-{C04DCB02-67C9-6C41-3748-1B4436281A5B}" dt="2024-10-18T11:23:15.483" v="969"/>
        <pc:sldMkLst>
          <pc:docMk/>
          <pc:sldMk cId="3269357409" sldId="263"/>
        </pc:sldMkLst>
      </pc:sldChg>
      <pc:sldChg chg="addSp delSp modSp new">
        <pc:chgData name="Dalton Koh" userId="S::d.koh@digipen.edu::137d2714-8927-4b87-8ea1-b3bd7781ffa2" providerId="AD" clId="Web-{C04DCB02-67C9-6C41-3748-1B4436281A5B}" dt="2024-10-18T11:23:18.905" v="973"/>
        <pc:sldMkLst>
          <pc:docMk/>
          <pc:sldMk cId="4278872869" sldId="264"/>
        </pc:sldMkLst>
      </pc:sldChg>
    </pc:docChg>
  </pc:docChgLst>
  <pc:docChgLst>
    <pc:chgData name="Muhammad Nur Fadzly BIN ZULKIFLI" userId="S::muhammadnurfadzly.b@digipen.edu::493c6823-4367-4460-83e5-12988eee07d0" providerId="AD" clId="Web-{BF946622-C202-8096-50AC-226C69CE18C3}"/>
    <pc:docChg chg="modSld">
      <pc:chgData name="Muhammad Nur Fadzly BIN ZULKIFLI" userId="S::muhammadnurfadzly.b@digipen.edu::493c6823-4367-4460-83e5-12988eee07d0" providerId="AD" clId="Web-{BF946622-C202-8096-50AC-226C69CE18C3}" dt="2024-10-18T11:18:58.783" v="101" actId="20577"/>
      <pc:docMkLst>
        <pc:docMk/>
      </pc:docMkLst>
      <pc:sldChg chg="addSp delSp modSp mod setBg">
        <pc:chgData name="Muhammad Nur Fadzly BIN ZULKIFLI" userId="S::muhammadnurfadzly.b@digipen.edu::493c6823-4367-4460-83e5-12988eee07d0" providerId="AD" clId="Web-{BF946622-C202-8096-50AC-226C69CE18C3}" dt="2024-10-18T11:14:37.039" v="3"/>
        <pc:sldMkLst>
          <pc:docMk/>
          <pc:sldMk cId="109857222" sldId="256"/>
        </pc:sldMkLst>
        <pc:spChg chg="mod">
          <ac:chgData name="Muhammad Nur Fadzly BIN ZULKIFLI" userId="S::muhammadnurfadzly.b@digipen.edu::493c6823-4367-4460-83e5-12988eee07d0" providerId="AD" clId="Web-{BF946622-C202-8096-50AC-226C69CE18C3}" dt="2024-10-18T11:14:37.039" v="3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uhammad Nur Fadzly BIN ZULKIFLI" userId="S::muhammadnurfadzly.b@digipen.edu::493c6823-4367-4460-83e5-12988eee07d0" providerId="AD" clId="Web-{BF946622-C202-8096-50AC-226C69CE18C3}" dt="2024-10-18T11:14:37.039" v="3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Muhammad Nur Fadzly BIN ZULKIFLI" userId="S::muhammadnurfadzly.b@digipen.edu::493c6823-4367-4460-83e5-12988eee07d0" providerId="AD" clId="Web-{BF946622-C202-8096-50AC-226C69CE18C3}" dt="2024-10-18T11:14:37.039" v="3"/>
          <ac:spMkLst>
            <pc:docMk/>
            <pc:sldMk cId="109857222" sldId="256"/>
            <ac:spMk id="5" creationId="{DB14B52F-5862-7A44-B9FE-BE0AB267131E}"/>
          </ac:spMkLst>
        </pc:spChg>
      </pc:sldChg>
      <pc:sldChg chg="modSp">
        <pc:chgData name="Muhammad Nur Fadzly BIN ZULKIFLI" userId="S::muhammadnurfadzly.b@digipen.edu::493c6823-4367-4460-83e5-12988eee07d0" providerId="AD" clId="Web-{BF946622-C202-8096-50AC-226C69CE18C3}" dt="2024-10-18T11:18:58.783" v="101" actId="20577"/>
        <pc:sldMkLst>
          <pc:docMk/>
          <pc:sldMk cId="3636437885" sldId="257"/>
        </pc:sldMkLst>
      </pc:sldChg>
      <pc:sldChg chg="modSp">
        <pc:chgData name="Muhammad Nur Fadzly BIN ZULKIFLI" userId="S::muhammadnurfadzly.b@digipen.edu::493c6823-4367-4460-83e5-12988eee07d0" providerId="AD" clId="Web-{BF946622-C202-8096-50AC-226C69CE18C3}" dt="2024-10-18T11:16:40.340" v="63" actId="20577"/>
        <pc:sldMkLst>
          <pc:docMk/>
          <pc:sldMk cId="2773579520" sldId="258"/>
        </pc:sldMkLst>
      </pc:sldChg>
      <pc:sldChg chg="modSp">
        <pc:chgData name="Muhammad Nur Fadzly BIN ZULKIFLI" userId="S::muhammadnurfadzly.b@digipen.edu::493c6823-4367-4460-83e5-12988eee07d0" providerId="AD" clId="Web-{BF946622-C202-8096-50AC-226C69CE18C3}" dt="2024-10-18T11:15:32.463" v="23" actId="20577"/>
        <pc:sldMkLst>
          <pc:docMk/>
          <pc:sldMk cId="3118757015" sldId="260"/>
        </pc:sldMkLst>
      </pc:sldChg>
      <pc:sldChg chg="modSp">
        <pc:chgData name="Muhammad Nur Fadzly BIN ZULKIFLI" userId="S::muhammadnurfadzly.b@digipen.edu::493c6823-4367-4460-83e5-12988eee07d0" providerId="AD" clId="Web-{BF946622-C202-8096-50AC-226C69CE18C3}" dt="2024-10-18T11:18:40.641" v="100" actId="20577"/>
        <pc:sldMkLst>
          <pc:docMk/>
          <pc:sldMk cId="3844454283" sldId="262"/>
        </pc:sldMkLst>
        <pc:spChg chg="mod">
          <ac:chgData name="Muhammad Nur Fadzly BIN ZULKIFLI" userId="S::muhammadnurfadzly.b@digipen.edu::493c6823-4367-4460-83e5-12988eee07d0" providerId="AD" clId="Web-{BF946622-C202-8096-50AC-226C69CE18C3}" dt="2024-10-18T11:18:40.641" v="100" actId="20577"/>
          <ac:spMkLst>
            <pc:docMk/>
            <pc:sldMk cId="3844454283" sldId="262"/>
            <ac:spMk id="3" creationId="{4908E7B7-998E-506F-3517-13AC677BCBEA}"/>
          </ac:spMkLst>
        </pc:spChg>
      </pc:sldChg>
    </pc:docChg>
  </pc:docChgLst>
  <pc:docChgLst>
    <pc:chgData name="Zong Han Law" userId="S::zonghan.law@digipen.edu::d0507cfb-45e6-4fd3-b347-af4a25973187" providerId="AD" clId="Web-{7CA7F94E-56E8-0772-5858-9D8E3D774EBA}"/>
    <pc:docChg chg="addSld modSld">
      <pc:chgData name="Zong Han Law" userId="S::zonghan.law@digipen.edu::d0507cfb-45e6-4fd3-b347-af4a25973187" providerId="AD" clId="Web-{7CA7F94E-56E8-0772-5858-9D8E3D774EBA}" dt="2024-10-16T02:20:05.721" v="6" actId="20577"/>
      <pc:docMkLst>
        <pc:docMk/>
      </pc:docMkLst>
      <pc:sldChg chg="modSp new">
        <pc:chgData name="Zong Han Law" userId="S::zonghan.law@digipen.edu::d0507cfb-45e6-4fd3-b347-af4a25973187" providerId="AD" clId="Web-{7CA7F94E-56E8-0772-5858-9D8E3D774EBA}" dt="2024-10-16T02:20:05.721" v="6" actId="20577"/>
        <pc:sldMkLst>
          <pc:docMk/>
          <pc:sldMk cId="148712261" sldId="259"/>
        </pc:sldMkLst>
      </pc:sldChg>
    </pc:docChg>
  </pc:docChgLst>
  <pc:docChgLst>
    <pc:chgData name="Dalton Koh" userId="S::d.koh@digipen.edu::137d2714-8927-4b87-8ea1-b3bd7781ffa2" providerId="AD" clId="Web-{DD7C8222-D501-FC46-4C5D-008F2C41CDDA}"/>
    <pc:docChg chg="addSld modSld">
      <pc:chgData name="Dalton Koh" userId="S::d.koh@digipen.edu::137d2714-8927-4b87-8ea1-b3bd7781ffa2" providerId="AD" clId="Web-{DD7C8222-D501-FC46-4C5D-008F2C41CDDA}" dt="2024-10-14T06:42:44.726" v="268" actId="20577"/>
      <pc:docMkLst>
        <pc:docMk/>
      </pc:docMkLst>
      <pc:sldChg chg="modSp">
        <pc:chgData name="Dalton Koh" userId="S::d.koh@digipen.edu::137d2714-8927-4b87-8ea1-b3bd7781ffa2" providerId="AD" clId="Web-{DD7C8222-D501-FC46-4C5D-008F2C41CDDA}" dt="2024-10-14T06:28:14.383" v="239" actId="20577"/>
        <pc:sldMkLst>
          <pc:docMk/>
          <pc:sldMk cId="3636437885" sldId="257"/>
        </pc:sldMkLst>
      </pc:sldChg>
      <pc:sldChg chg="modSp new">
        <pc:chgData name="Dalton Koh" userId="S::d.koh@digipen.edu::137d2714-8927-4b87-8ea1-b3bd7781ffa2" providerId="AD" clId="Web-{DD7C8222-D501-FC46-4C5D-008F2C41CDDA}" dt="2024-10-14T06:42:44.726" v="268" actId="20577"/>
        <pc:sldMkLst>
          <pc:docMk/>
          <pc:sldMk cId="2773579520" sldId="258"/>
        </pc:sldMkLst>
      </pc:sldChg>
    </pc:docChg>
  </pc:docChgLst>
  <pc:docChgLst>
    <pc:chgData name="Zong Han Law" userId="S::zonghan.law@digipen.edu::d0507cfb-45e6-4fd3-b347-af4a25973187" providerId="AD" clId="Web-{E10E436C-370A-3801-DE3E-43FF4D49C851}"/>
    <pc:docChg chg="addSld modSld">
      <pc:chgData name="Zong Han Law" userId="S::zonghan.law@digipen.edu::d0507cfb-45e6-4fd3-b347-af4a25973187" providerId="AD" clId="Web-{E10E436C-370A-3801-DE3E-43FF4D49C851}" dt="2024-10-21T13:40:28.334" v="985" actId="1076"/>
      <pc:docMkLst>
        <pc:docMk/>
      </pc:docMkLst>
      <pc:sldChg chg="modSp modNotes">
        <pc:chgData name="Zong Han Law" userId="S::zonghan.law@digipen.edu::d0507cfb-45e6-4fd3-b347-af4a25973187" providerId="AD" clId="Web-{E10E436C-370A-3801-DE3E-43FF4D49C851}" dt="2024-10-21T12:47:54.579" v="410" actId="20577"/>
        <pc:sldMkLst>
          <pc:docMk/>
          <pc:sldMk cId="1527971039" sldId="286"/>
        </pc:sldMkLst>
        <pc:spChg chg="mod">
          <ac:chgData name="Zong Han Law" userId="S::zonghan.law@digipen.edu::d0507cfb-45e6-4fd3-b347-af4a25973187" providerId="AD" clId="Web-{E10E436C-370A-3801-DE3E-43FF4D49C851}" dt="2024-10-21T12:41:28.940" v="352" actId="20577"/>
          <ac:spMkLst>
            <pc:docMk/>
            <pc:sldMk cId="1527971039" sldId="286"/>
            <ac:spMk id="20" creationId="{30E1E833-FC61-69DD-E69C-6D0BFA88E3E9}"/>
          </ac:spMkLst>
        </pc:spChg>
        <pc:spChg chg="mod">
          <ac:chgData name="Zong Han Law" userId="S::zonghan.law@digipen.edu::d0507cfb-45e6-4fd3-b347-af4a25973187" providerId="AD" clId="Web-{E10E436C-370A-3801-DE3E-43FF4D49C851}" dt="2024-10-21T12:47:54.579" v="410" actId="20577"/>
          <ac:spMkLst>
            <pc:docMk/>
            <pc:sldMk cId="1527971039" sldId="286"/>
            <ac:spMk id="24" creationId="{D79910D1-4A89-FD0B-9B4D-3E8C6342A131}"/>
          </ac:spMkLst>
        </pc:spChg>
        <pc:spChg chg="mod">
          <ac:chgData name="Zong Han Law" userId="S::zonghan.law@digipen.edu::d0507cfb-45e6-4fd3-b347-af4a25973187" providerId="AD" clId="Web-{E10E436C-370A-3801-DE3E-43FF4D49C851}" dt="2024-10-21T12:44:34.213" v="357" actId="20577"/>
          <ac:spMkLst>
            <pc:docMk/>
            <pc:sldMk cId="1527971039" sldId="286"/>
            <ac:spMk id="26" creationId="{4581CE52-7D58-C5B1-3F1E-FB9311DC4F77}"/>
          </ac:spMkLst>
        </pc:spChg>
      </pc:sldChg>
      <pc:sldChg chg="addSp delSp modSp">
        <pc:chgData name="Zong Han Law" userId="S::zonghan.law@digipen.edu::d0507cfb-45e6-4fd3-b347-af4a25973187" providerId="AD" clId="Web-{E10E436C-370A-3801-DE3E-43FF4D49C851}" dt="2024-10-21T13:15:43.764" v="690" actId="1076"/>
        <pc:sldMkLst>
          <pc:docMk/>
          <pc:sldMk cId="3500102038" sldId="292"/>
        </pc:sldMkLst>
        <pc:spChg chg="del">
          <ac:chgData name="Zong Han Law" userId="S::zonghan.law@digipen.edu::d0507cfb-45e6-4fd3-b347-af4a25973187" providerId="AD" clId="Web-{E10E436C-370A-3801-DE3E-43FF4D49C851}" dt="2024-10-21T12:54:10.671" v="411"/>
          <ac:spMkLst>
            <pc:docMk/>
            <pc:sldMk cId="3500102038" sldId="292"/>
            <ac:spMk id="2" creationId="{2E98358F-65E5-6DFE-8804-A62D3B19FB25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12:10.897" v="576" actId="1076"/>
          <ac:spMkLst>
            <pc:docMk/>
            <pc:sldMk cId="3500102038" sldId="292"/>
            <ac:spMk id="2" creationId="{324C6F02-9A17-DAC5-D8D6-5D659B409602}"/>
          </ac:spMkLst>
        </pc:spChg>
        <pc:spChg chg="mod">
          <ac:chgData name="Zong Han Law" userId="S::zonghan.law@digipen.edu::d0507cfb-45e6-4fd3-b347-af4a25973187" providerId="AD" clId="Web-{E10E436C-370A-3801-DE3E-43FF4D49C851}" dt="2024-10-21T13:12:10.882" v="574" actId="1076"/>
          <ac:spMkLst>
            <pc:docMk/>
            <pc:sldMk cId="3500102038" sldId="292"/>
            <ac:spMk id="6" creationId="{7163A2D4-C846-5B3B-404C-9919B61E22D2}"/>
          </ac:spMkLst>
        </pc:spChg>
        <pc:spChg chg="mod">
          <ac:chgData name="Zong Han Law" userId="S::zonghan.law@digipen.edu::d0507cfb-45e6-4fd3-b347-af4a25973187" providerId="AD" clId="Web-{E10E436C-370A-3801-DE3E-43FF4D49C851}" dt="2024-10-21T13:12:10.882" v="575" actId="1076"/>
          <ac:spMkLst>
            <pc:docMk/>
            <pc:sldMk cId="3500102038" sldId="292"/>
            <ac:spMk id="7" creationId="{51DF1A62-7AD6-BB72-9683-893ACC583C12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12:11.007" v="589" actId="1076"/>
          <ac:spMkLst>
            <pc:docMk/>
            <pc:sldMk cId="3500102038" sldId="292"/>
            <ac:spMk id="9" creationId="{CF03EDF8-91A6-C97F-DD4D-01DF59972973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12:10.929" v="579" actId="1076"/>
          <ac:spMkLst>
            <pc:docMk/>
            <pc:sldMk cId="3500102038" sldId="292"/>
            <ac:spMk id="10" creationId="{B1B6B7A4-5B30-0EC1-F8DF-EF222CFF66D9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12:10.944" v="580" actId="1076"/>
          <ac:spMkLst>
            <pc:docMk/>
            <pc:sldMk cId="3500102038" sldId="292"/>
            <ac:spMk id="11" creationId="{FD835BBE-070B-3334-8DD2-91C249DC1173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15:43.764" v="690" actId="1076"/>
          <ac:spMkLst>
            <pc:docMk/>
            <pc:sldMk cId="3500102038" sldId="292"/>
            <ac:spMk id="13" creationId="{7B6CADF4-80B0-6A3A-CD7E-1ED8A3ED744B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15:41.780" v="689" actId="1076"/>
          <ac:spMkLst>
            <pc:docMk/>
            <pc:sldMk cId="3500102038" sldId="292"/>
            <ac:spMk id="14" creationId="{BF3B7896-048D-67D3-0F80-8A0218F5F1C6}"/>
          </ac:spMkLst>
        </pc:spChg>
        <pc:picChg chg="add mod">
          <ac:chgData name="Zong Han Law" userId="S::zonghan.law@digipen.edu::d0507cfb-45e6-4fd3-b347-af4a25973187" providerId="AD" clId="Web-{E10E436C-370A-3801-DE3E-43FF4D49C851}" dt="2024-10-21T13:12:10.913" v="578" actId="1076"/>
          <ac:picMkLst>
            <pc:docMk/>
            <pc:sldMk cId="3500102038" sldId="292"/>
            <ac:picMk id="4" creationId="{BADA5DCD-AA22-1901-E27F-D56C23C3F52A}"/>
          </ac:picMkLst>
        </pc:picChg>
        <pc:picChg chg="mod">
          <ac:chgData name="Zong Han Law" userId="S::zonghan.law@digipen.edu::d0507cfb-45e6-4fd3-b347-af4a25973187" providerId="AD" clId="Web-{E10E436C-370A-3801-DE3E-43FF4D49C851}" dt="2024-10-21T13:12:10.866" v="573" actId="1076"/>
          <ac:picMkLst>
            <pc:docMk/>
            <pc:sldMk cId="3500102038" sldId="292"/>
            <ac:picMk id="5" creationId="{2D838A72-9E46-4D14-7772-E073D254EDBE}"/>
          </ac:picMkLst>
        </pc:picChg>
        <pc:picChg chg="add del mod">
          <ac:chgData name="Zong Han Law" userId="S::zonghan.law@digipen.edu::d0507cfb-45e6-4fd3-b347-af4a25973187" providerId="AD" clId="Web-{E10E436C-370A-3801-DE3E-43FF4D49C851}" dt="2024-10-21T13:01:03.780" v="491"/>
          <ac:picMkLst>
            <pc:docMk/>
            <pc:sldMk cId="3500102038" sldId="292"/>
            <ac:picMk id="8" creationId="{333C8E3A-1006-A2DA-7AC2-61FE4B4F37A9}"/>
          </ac:picMkLst>
        </pc:picChg>
        <pc:picChg chg="add mod">
          <ac:chgData name="Zong Han Law" userId="S::zonghan.law@digipen.edu::d0507cfb-45e6-4fd3-b347-af4a25973187" providerId="AD" clId="Web-{E10E436C-370A-3801-DE3E-43FF4D49C851}" dt="2024-10-21T13:12:10.991" v="588" actId="1076"/>
          <ac:picMkLst>
            <pc:docMk/>
            <pc:sldMk cId="3500102038" sldId="292"/>
            <ac:picMk id="8" creationId="{F76CDFA3-8EBF-6AE6-826C-ECFF28BAD585}"/>
          </ac:picMkLst>
        </pc:picChg>
        <pc:picChg chg="mod">
          <ac:chgData name="Zong Han Law" userId="S::zonghan.law@digipen.edu::d0507cfb-45e6-4fd3-b347-af4a25973187" providerId="AD" clId="Web-{E10E436C-370A-3801-DE3E-43FF4D49C851}" dt="2024-10-21T13:04:17.271" v="544" actId="1076"/>
          <ac:picMkLst>
            <pc:docMk/>
            <pc:sldMk cId="3500102038" sldId="292"/>
            <ac:picMk id="19" creationId="{F072D35C-283C-0C9E-B9A4-CD5A8D7BFCF4}"/>
          </ac:picMkLst>
        </pc:picChg>
        <pc:picChg chg="mod">
          <ac:chgData name="Zong Han Law" userId="S::zonghan.law@digipen.edu::d0507cfb-45e6-4fd3-b347-af4a25973187" providerId="AD" clId="Web-{E10E436C-370A-3801-DE3E-43FF4D49C851}" dt="2024-10-21T13:12:10.913" v="577" actId="1076"/>
          <ac:picMkLst>
            <pc:docMk/>
            <pc:sldMk cId="3500102038" sldId="292"/>
            <ac:picMk id="21" creationId="{A4181623-4996-1F2E-16C5-768A105A5B42}"/>
          </ac:picMkLst>
        </pc:picChg>
        <pc:picChg chg="mod">
          <ac:chgData name="Zong Han Law" userId="S::zonghan.law@digipen.edu::d0507cfb-45e6-4fd3-b347-af4a25973187" providerId="AD" clId="Web-{E10E436C-370A-3801-DE3E-43FF4D49C851}" dt="2024-10-21T13:12:10.944" v="581" actId="1076"/>
          <ac:picMkLst>
            <pc:docMk/>
            <pc:sldMk cId="3500102038" sldId="292"/>
            <ac:picMk id="23" creationId="{EB44F175-5099-E178-C948-51D46EE25392}"/>
          </ac:picMkLst>
        </pc:picChg>
        <pc:picChg chg="mod">
          <ac:chgData name="Zong Han Law" userId="S::zonghan.law@digipen.edu::d0507cfb-45e6-4fd3-b347-af4a25973187" providerId="AD" clId="Web-{E10E436C-370A-3801-DE3E-43FF4D49C851}" dt="2024-10-21T13:12:10.960" v="584" actId="1076"/>
          <ac:picMkLst>
            <pc:docMk/>
            <pc:sldMk cId="3500102038" sldId="292"/>
            <ac:picMk id="28" creationId="{AE3D9AB5-7481-B1F7-8489-037029B9CAA3}"/>
          </ac:picMkLst>
        </pc:picChg>
        <pc:picChg chg="mod">
          <ac:chgData name="Zong Han Law" userId="S::zonghan.law@digipen.edu::d0507cfb-45e6-4fd3-b347-af4a25973187" providerId="AD" clId="Web-{E10E436C-370A-3801-DE3E-43FF4D49C851}" dt="2024-10-21T13:12:10.976" v="585" actId="1076"/>
          <ac:picMkLst>
            <pc:docMk/>
            <pc:sldMk cId="3500102038" sldId="292"/>
            <ac:picMk id="29" creationId="{1A0BC0DC-CED3-F24D-31A2-01C59961C4B1}"/>
          </ac:picMkLst>
        </pc:picChg>
        <pc:cxnChg chg="del mod">
          <ac:chgData name="Zong Han Law" userId="S::zonghan.law@digipen.edu::d0507cfb-45e6-4fd3-b347-af4a25973187" providerId="AD" clId="Web-{E10E436C-370A-3801-DE3E-43FF4D49C851}" dt="2024-10-21T13:03:07.331" v="534"/>
          <ac:cxnSpMkLst>
            <pc:docMk/>
            <pc:sldMk cId="3500102038" sldId="292"/>
            <ac:cxnSpMk id="9" creationId="{E35EE653-FF23-77E6-EF81-B11E8B1DA4EA}"/>
          </ac:cxnSpMkLst>
        </pc:cxnChg>
        <pc:cxnChg chg="mod">
          <ac:chgData name="Zong Han Law" userId="S::zonghan.law@digipen.edu::d0507cfb-45e6-4fd3-b347-af4a25973187" providerId="AD" clId="Web-{E10E436C-370A-3801-DE3E-43FF4D49C851}" dt="2024-10-21T13:12:10.960" v="582" actId="1076"/>
          <ac:cxnSpMkLst>
            <pc:docMk/>
            <pc:sldMk cId="3500102038" sldId="292"/>
            <ac:cxnSpMk id="12" creationId="{59B200B4-74D8-8AE7-BD39-AB70F7DEA830}"/>
          </ac:cxnSpMkLst>
        </pc:cxnChg>
        <pc:cxnChg chg="mod">
          <ac:chgData name="Zong Han Law" userId="S::zonghan.law@digipen.edu::d0507cfb-45e6-4fd3-b347-af4a25973187" providerId="AD" clId="Web-{E10E436C-370A-3801-DE3E-43FF4D49C851}" dt="2024-10-21T13:04:17.255" v="543" actId="1076"/>
          <ac:cxnSpMkLst>
            <pc:docMk/>
            <pc:sldMk cId="3500102038" sldId="292"/>
            <ac:cxnSpMk id="13" creationId="{A51130DE-3A24-E613-08C5-8485C29B5175}"/>
          </ac:cxnSpMkLst>
        </pc:cxnChg>
        <pc:cxnChg chg="mod">
          <ac:chgData name="Zong Han Law" userId="S::zonghan.law@digipen.edu::d0507cfb-45e6-4fd3-b347-af4a25973187" providerId="AD" clId="Web-{E10E436C-370A-3801-DE3E-43FF4D49C851}" dt="2024-10-21T13:12:10.960" v="583" actId="1076"/>
          <ac:cxnSpMkLst>
            <pc:docMk/>
            <pc:sldMk cId="3500102038" sldId="292"/>
            <ac:cxnSpMk id="27" creationId="{F2AA9729-0763-388C-86D1-DBB908917D55}"/>
          </ac:cxnSpMkLst>
        </pc:cxnChg>
        <pc:cxnChg chg="mod">
          <ac:chgData name="Zong Han Law" userId="S::zonghan.law@digipen.edu::d0507cfb-45e6-4fd3-b347-af4a25973187" providerId="AD" clId="Web-{E10E436C-370A-3801-DE3E-43FF4D49C851}" dt="2024-10-21T13:12:10.976" v="586" actId="1076"/>
          <ac:cxnSpMkLst>
            <pc:docMk/>
            <pc:sldMk cId="3500102038" sldId="292"/>
            <ac:cxnSpMk id="30" creationId="{32A5817C-3459-200C-FCEF-2E2FE4DE277C}"/>
          </ac:cxnSpMkLst>
        </pc:cxnChg>
        <pc:cxnChg chg="mod">
          <ac:chgData name="Zong Han Law" userId="S::zonghan.law@digipen.edu::d0507cfb-45e6-4fd3-b347-af4a25973187" providerId="AD" clId="Web-{E10E436C-370A-3801-DE3E-43FF4D49C851}" dt="2024-10-21T13:12:10.991" v="587" actId="1076"/>
          <ac:cxnSpMkLst>
            <pc:docMk/>
            <pc:sldMk cId="3500102038" sldId="292"/>
            <ac:cxnSpMk id="31" creationId="{A8097145-2850-3EB2-F937-64234CF334B0}"/>
          </ac:cxnSpMkLst>
        </pc:cxnChg>
      </pc:sldChg>
      <pc:sldChg chg="addSp delSp modSp modNotes">
        <pc:chgData name="Zong Han Law" userId="S::zonghan.law@digipen.edu::d0507cfb-45e6-4fd3-b347-af4a25973187" providerId="AD" clId="Web-{E10E436C-370A-3801-DE3E-43FF4D49C851}" dt="2024-10-21T13:36:34.591" v="927" actId="1076"/>
        <pc:sldMkLst>
          <pc:docMk/>
          <pc:sldMk cId="3954920172" sldId="294"/>
        </pc:sldMkLst>
        <pc:spChg chg="del">
          <ac:chgData name="Zong Han Law" userId="S::zonghan.law@digipen.edu::d0507cfb-45e6-4fd3-b347-af4a25973187" providerId="AD" clId="Web-{E10E436C-370A-3801-DE3E-43FF4D49C851}" dt="2024-10-21T13:17:14.674" v="691"/>
          <ac:spMkLst>
            <pc:docMk/>
            <pc:sldMk cId="3954920172" sldId="294"/>
            <ac:spMk id="2" creationId="{2E98358F-65E5-6DFE-8804-A62D3B19FB25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17:58.990" v="718" actId="20577"/>
          <ac:spMkLst>
            <pc:docMk/>
            <pc:sldMk cId="3954920172" sldId="294"/>
            <ac:spMk id="6" creationId="{7EFF052E-8842-F45E-8E81-8E1C6A2FC307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22:36.342" v="757" actId="1076"/>
          <ac:spMkLst>
            <pc:docMk/>
            <pc:sldMk cId="3954920172" sldId="294"/>
            <ac:spMk id="7" creationId="{E3BBFE54-5B7E-D33B-CA86-7A593F11E524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27:06.602" v="802" actId="1076"/>
          <ac:spMkLst>
            <pc:docMk/>
            <pc:sldMk cId="3954920172" sldId="294"/>
            <ac:spMk id="8" creationId="{563D0A30-BA99-D469-BB9D-E3BA5035DA78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27:09.320" v="803" actId="14100"/>
          <ac:spMkLst>
            <pc:docMk/>
            <pc:sldMk cId="3954920172" sldId="294"/>
            <ac:spMk id="9" creationId="{3D44B27C-8A69-C050-7CAA-169F32C8CF16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27:12.399" v="804" actId="1076"/>
          <ac:spMkLst>
            <pc:docMk/>
            <pc:sldMk cId="3954920172" sldId="294"/>
            <ac:spMk id="10" creationId="{FEF66734-98FE-2C49-8983-CB4113BFDE52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29:28.935" v="839" actId="1076"/>
          <ac:spMkLst>
            <pc:docMk/>
            <pc:sldMk cId="3954920172" sldId="294"/>
            <ac:spMk id="11" creationId="{6BC2A55C-2A9D-F3B3-4BE2-27EB4AA8A6DB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30:14.483" v="852" actId="20577"/>
          <ac:spMkLst>
            <pc:docMk/>
            <pc:sldMk cId="3954920172" sldId="294"/>
            <ac:spMk id="16" creationId="{7B5A52C5-E0CB-8D71-98DE-69C92CA82DB0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31:12.986" v="865"/>
          <ac:spMkLst>
            <pc:docMk/>
            <pc:sldMk cId="3954920172" sldId="294"/>
            <ac:spMk id="17" creationId="{01F4412F-F225-1C27-1F31-2126760BEC38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31:27.830" v="867" actId="1076"/>
          <ac:spMkLst>
            <pc:docMk/>
            <pc:sldMk cId="3954920172" sldId="294"/>
            <ac:spMk id="18" creationId="{5BF6309A-586D-5265-1DA4-A82BCFAB5303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32:52.052" v="893" actId="1076"/>
          <ac:spMkLst>
            <pc:docMk/>
            <pc:sldMk cId="3954920172" sldId="294"/>
            <ac:spMk id="19" creationId="{D9647D46-2826-4644-2AE2-4AA671FC598E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32:44.895" v="892" actId="20577"/>
          <ac:spMkLst>
            <pc:docMk/>
            <pc:sldMk cId="3954920172" sldId="294"/>
            <ac:spMk id="20" creationId="{68DAA377-0286-6295-CBE0-39F343F8A916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33:19.115" v="899" actId="1076"/>
          <ac:spMkLst>
            <pc:docMk/>
            <pc:sldMk cId="3954920172" sldId="294"/>
            <ac:spMk id="21" creationId="{D18694DA-A4EA-A43C-0846-F89189F7BB85}"/>
          </ac:spMkLst>
        </pc:spChg>
        <pc:spChg chg="add mod">
          <ac:chgData name="Zong Han Law" userId="S::zonghan.law@digipen.edu::d0507cfb-45e6-4fd3-b347-af4a25973187" providerId="AD" clId="Web-{E10E436C-370A-3801-DE3E-43FF4D49C851}" dt="2024-10-21T13:33:08.583" v="898" actId="1076"/>
          <ac:spMkLst>
            <pc:docMk/>
            <pc:sldMk cId="3954920172" sldId="294"/>
            <ac:spMk id="22" creationId="{F88CD4EB-7D58-8C13-9AAA-9A3B853A1479}"/>
          </ac:spMkLst>
        </pc:spChg>
        <pc:picChg chg="mod">
          <ac:chgData name="Zong Han Law" userId="S::zonghan.law@digipen.edu::d0507cfb-45e6-4fd3-b347-af4a25973187" providerId="AD" clId="Web-{E10E436C-370A-3801-DE3E-43FF4D49C851}" dt="2024-10-21T13:36:34.591" v="927" actId="1076"/>
          <ac:picMkLst>
            <pc:docMk/>
            <pc:sldMk cId="3954920172" sldId="294"/>
            <ac:picMk id="2" creationId="{2EEA9F62-7107-DBCE-9BED-17B89DF2226D}"/>
          </ac:picMkLst>
        </pc:picChg>
        <pc:picChg chg="mod">
          <ac:chgData name="Zong Han Law" userId="S::zonghan.law@digipen.edu::d0507cfb-45e6-4fd3-b347-af4a25973187" providerId="AD" clId="Web-{E10E436C-370A-3801-DE3E-43FF4D49C851}" dt="2024-10-21T13:17:53.879" v="715" actId="1076"/>
          <ac:picMkLst>
            <pc:docMk/>
            <pc:sldMk cId="3954920172" sldId="294"/>
            <ac:picMk id="5" creationId="{258DD1DF-62A6-2D6F-9333-D04396C831B9}"/>
          </ac:picMkLst>
        </pc:picChg>
        <pc:picChg chg="add mod">
          <ac:chgData name="Zong Han Law" userId="S::zonghan.law@digipen.edu::d0507cfb-45e6-4fd3-b347-af4a25973187" providerId="AD" clId="Web-{E10E436C-370A-3801-DE3E-43FF4D49C851}" dt="2024-10-21T13:29:21.075" v="838" actId="1076"/>
          <ac:picMkLst>
            <pc:docMk/>
            <pc:sldMk cId="3954920172" sldId="294"/>
            <ac:picMk id="13" creationId="{E0E10FED-E69D-0B46-FCFB-4377DE164D12}"/>
          </ac:picMkLst>
        </pc:picChg>
        <pc:picChg chg="add mod">
          <ac:chgData name="Zong Han Law" userId="S::zonghan.law@digipen.edu::d0507cfb-45e6-4fd3-b347-af4a25973187" providerId="AD" clId="Web-{E10E436C-370A-3801-DE3E-43FF4D49C851}" dt="2024-10-21T13:30:04.936" v="846" actId="1076"/>
          <ac:picMkLst>
            <pc:docMk/>
            <pc:sldMk cId="3954920172" sldId="294"/>
            <ac:picMk id="15" creationId="{ACB932DC-46DC-1365-C8EB-5B9BE211DD09}"/>
          </ac:picMkLst>
        </pc:picChg>
      </pc:sldChg>
      <pc:sldChg chg="addSp delSp modSp add replId addAnim">
        <pc:chgData name="Zong Han Law" userId="S::zonghan.law@digipen.edu::d0507cfb-45e6-4fd3-b347-af4a25973187" providerId="AD" clId="Web-{E10E436C-370A-3801-DE3E-43FF4D49C851}" dt="2024-10-21T13:40:28.334" v="985" actId="1076"/>
        <pc:sldMkLst>
          <pc:docMk/>
          <pc:sldMk cId="3283848011" sldId="296"/>
        </pc:sldMkLst>
        <pc:spChg chg="mod">
          <ac:chgData name="Zong Han Law" userId="S::zonghan.law@digipen.edu::d0507cfb-45e6-4fd3-b347-af4a25973187" providerId="AD" clId="Web-{E10E436C-370A-3801-DE3E-43FF4D49C851}" dt="2024-10-21T13:35:16.697" v="919" actId="20577"/>
          <ac:spMkLst>
            <pc:docMk/>
            <pc:sldMk cId="3283848011" sldId="296"/>
            <ac:spMk id="10" creationId="{FEF66734-98FE-2C49-8983-CB4113BFDE52}"/>
          </ac:spMkLst>
        </pc:spChg>
        <pc:spChg chg="mod">
          <ac:chgData name="Zong Han Law" userId="S::zonghan.law@digipen.edu::d0507cfb-45e6-4fd3-b347-af4a25973187" providerId="AD" clId="Web-{E10E436C-370A-3801-DE3E-43FF4D49C851}" dt="2024-10-21T13:37:21.780" v="948" actId="1076"/>
          <ac:spMkLst>
            <pc:docMk/>
            <pc:sldMk cId="3283848011" sldId="296"/>
            <ac:spMk id="11" creationId="{6BC2A55C-2A9D-F3B3-4BE2-27EB4AA8A6DB}"/>
          </ac:spMkLst>
        </pc:spChg>
        <pc:spChg chg="mod">
          <ac:chgData name="Zong Han Law" userId="S::zonghan.law@digipen.edu::d0507cfb-45e6-4fd3-b347-af4a25973187" providerId="AD" clId="Web-{E10E436C-370A-3801-DE3E-43FF4D49C851}" dt="2024-10-21T13:37:59.406" v="967" actId="20577"/>
          <ac:spMkLst>
            <pc:docMk/>
            <pc:sldMk cId="3283848011" sldId="296"/>
            <ac:spMk id="16" creationId="{7B5A52C5-E0CB-8D71-98DE-69C92CA82DB0}"/>
          </ac:spMkLst>
        </pc:spChg>
        <pc:spChg chg="mod">
          <ac:chgData name="Zong Han Law" userId="S::zonghan.law@digipen.edu::d0507cfb-45e6-4fd3-b347-af4a25973187" providerId="AD" clId="Web-{E10E436C-370A-3801-DE3E-43FF4D49C851}" dt="2024-10-21T13:38:21.001" v="972" actId="20577"/>
          <ac:spMkLst>
            <pc:docMk/>
            <pc:sldMk cId="3283848011" sldId="296"/>
            <ac:spMk id="19" creationId="{D9647D46-2826-4644-2AE2-4AA671FC598E}"/>
          </ac:spMkLst>
        </pc:spChg>
        <pc:spChg chg="del">
          <ac:chgData name="Zong Han Law" userId="S::zonghan.law@digipen.edu::d0507cfb-45e6-4fd3-b347-af4a25973187" providerId="AD" clId="Web-{E10E436C-370A-3801-DE3E-43FF4D49C851}" dt="2024-10-21T13:38:30.283" v="973"/>
          <ac:spMkLst>
            <pc:docMk/>
            <pc:sldMk cId="3283848011" sldId="296"/>
            <ac:spMk id="20" creationId="{68DAA377-0286-6295-CBE0-39F343F8A916}"/>
          </ac:spMkLst>
        </pc:spChg>
        <pc:spChg chg="del">
          <ac:chgData name="Zong Han Law" userId="S::zonghan.law@digipen.edu::d0507cfb-45e6-4fd3-b347-af4a25973187" providerId="AD" clId="Web-{E10E436C-370A-3801-DE3E-43FF4D49C851}" dt="2024-10-21T13:38:31.455" v="974"/>
          <ac:spMkLst>
            <pc:docMk/>
            <pc:sldMk cId="3283848011" sldId="296"/>
            <ac:spMk id="22" creationId="{F88CD4EB-7D58-8C13-9AAA-9A3B853A1479}"/>
          </ac:spMkLst>
        </pc:spChg>
        <pc:grpChg chg="mod">
          <ac:chgData name="Zong Han Law" userId="S::zonghan.law@digipen.edu::d0507cfb-45e6-4fd3-b347-af4a25973187" providerId="AD" clId="Web-{E10E436C-370A-3801-DE3E-43FF4D49C851}" dt="2024-10-21T13:40:28.334" v="985" actId="1076"/>
          <ac:grpSpMkLst>
            <pc:docMk/>
            <pc:sldMk cId="3283848011" sldId="296"/>
            <ac:grpSpMk id="24" creationId="{3CD3C2AF-981D-F4CA-585D-32D997961F48}"/>
          </ac:grpSpMkLst>
        </pc:grpChg>
        <pc:picChg chg="add mod">
          <ac:chgData name="Zong Han Law" userId="S::zonghan.law@digipen.edu::d0507cfb-45e6-4fd3-b347-af4a25973187" providerId="AD" clId="Web-{E10E436C-370A-3801-DE3E-43FF4D49C851}" dt="2024-10-21T13:39:23.191" v="980" actId="1076"/>
          <ac:picMkLst>
            <pc:docMk/>
            <pc:sldMk cId="3283848011" sldId="296"/>
            <ac:picMk id="4" creationId="{4EE5475C-769C-59DF-54B0-313E995743E3}"/>
          </ac:picMkLst>
        </pc:picChg>
        <pc:picChg chg="del">
          <ac:chgData name="Zong Han Law" userId="S::zonghan.law@digipen.edu::d0507cfb-45e6-4fd3-b347-af4a25973187" providerId="AD" clId="Web-{E10E436C-370A-3801-DE3E-43FF4D49C851}" dt="2024-10-21T13:35:34.339" v="921"/>
          <ac:picMkLst>
            <pc:docMk/>
            <pc:sldMk cId="3283848011" sldId="296"/>
            <ac:picMk id="13" creationId="{E0E10FED-E69D-0B46-FCFB-4377DE164D12}"/>
          </ac:picMkLst>
        </pc:picChg>
        <pc:picChg chg="add mod">
          <ac:chgData name="Zong Han Law" userId="S::zonghan.law@digipen.edu::d0507cfb-45e6-4fd3-b347-af4a25973187" providerId="AD" clId="Web-{E10E436C-370A-3801-DE3E-43FF4D49C851}" dt="2024-10-21T13:40:05.552" v="984" actId="1076"/>
          <ac:picMkLst>
            <pc:docMk/>
            <pc:sldMk cId="3283848011" sldId="296"/>
            <ac:picMk id="14" creationId="{CDD74A19-E414-261F-274D-8D8CA2373985}"/>
          </ac:picMkLst>
        </pc:picChg>
        <pc:picChg chg="del">
          <ac:chgData name="Zong Han Law" userId="S::zonghan.law@digipen.edu::d0507cfb-45e6-4fd3-b347-af4a25973187" providerId="AD" clId="Web-{E10E436C-370A-3801-DE3E-43FF4D49C851}" dt="2024-10-21T13:35:33.073" v="920"/>
          <ac:picMkLst>
            <pc:docMk/>
            <pc:sldMk cId="3283848011" sldId="296"/>
            <ac:picMk id="15" creationId="{ACB932DC-46DC-1365-C8EB-5B9BE211DD09}"/>
          </ac:picMkLst>
        </pc:picChg>
      </pc:sldChg>
    </pc:docChg>
  </pc:docChgLst>
  <pc:docChgLst>
    <pc:chgData name="Zong Han Law" userId="S::zonghan.law@digipen.edu::d0507cfb-45e6-4fd3-b347-af4a25973187" providerId="AD" clId="Web-{FFC8B00B-6512-8BB7-5494-331DBF801588}"/>
    <pc:docChg chg="modSld">
      <pc:chgData name="Zong Han Law" userId="S::zonghan.law@digipen.edu::d0507cfb-45e6-4fd3-b347-af4a25973187" providerId="AD" clId="Web-{FFC8B00B-6512-8BB7-5494-331DBF801588}" dt="2024-10-21T08:29:03.728" v="1" actId="1076"/>
      <pc:docMkLst>
        <pc:docMk/>
      </pc:docMkLst>
      <pc:sldChg chg="modSp modNotes">
        <pc:chgData name="Zong Han Law" userId="S::zonghan.law@digipen.edu::d0507cfb-45e6-4fd3-b347-af4a25973187" providerId="AD" clId="Web-{FFC8B00B-6512-8BB7-5494-331DBF801588}" dt="2024-10-21T08:29:03.728" v="1" actId="1076"/>
        <pc:sldMkLst>
          <pc:docMk/>
          <pc:sldMk cId="1092323827" sldId="290"/>
        </pc:sldMkLst>
        <pc:spChg chg="mod">
          <ac:chgData name="Zong Han Law" userId="S::zonghan.law@digipen.edu::d0507cfb-45e6-4fd3-b347-af4a25973187" providerId="AD" clId="Web-{FFC8B00B-6512-8BB7-5494-331DBF801588}" dt="2024-10-21T08:29:03.728" v="1" actId="1076"/>
          <ac:spMkLst>
            <pc:docMk/>
            <pc:sldMk cId="1092323827" sldId="290"/>
            <ac:spMk id="36" creationId="{4C605D4C-A0F0-BB03-A430-BDC53F88CD4A}"/>
          </ac:spMkLst>
        </pc:spChg>
      </pc:sldChg>
    </pc:docChg>
  </pc:docChgLst>
  <pc:docChgLst>
    <pc:chgData name="Zong Han Law" userId="S::zonghan.law@digipen.edu::d0507cfb-45e6-4fd3-b347-af4a25973187" providerId="AD" clId="Web-{1745C10D-DE49-E2C8-33C6-D24278FD4F39}"/>
    <pc:docChg chg="addSld delSld modSld sldOrd addMainMaster delMainMaster">
      <pc:chgData name="Zong Han Law" userId="S::zonghan.law@digipen.edu::d0507cfb-45e6-4fd3-b347-af4a25973187" providerId="AD" clId="Web-{1745C10D-DE49-E2C8-33C6-D24278FD4F39}" dt="2024-10-21T08:03:13.361" v="1148" actId="1076"/>
      <pc:docMkLst>
        <pc:docMk/>
      </pc:docMkLst>
      <pc:sldChg chg="addSp delSp modSp mod modClrScheme delDesignElem chgLayout">
        <pc:chgData name="Zong Han Law" userId="S::zonghan.law@digipen.edu::d0507cfb-45e6-4fd3-b347-af4a25973187" providerId="AD" clId="Web-{1745C10D-DE49-E2C8-33C6-D24278FD4F39}" dt="2024-10-21T02:16:28.164" v="209"/>
        <pc:sldMkLst>
          <pc:docMk/>
          <pc:sldMk cId="109857222" sldId="256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1:52:58.189" v="33"/>
          <ac:spMkLst>
            <pc:docMk/>
            <pc:sldMk cId="109857222" sldId="256"/>
            <ac:spMk id="4" creationId="{81A59A0D-FF77-1003-CB25-D5EA15EFC689}"/>
          </ac:spMkLst>
        </pc:spChg>
        <pc:spChg chg="mod">
          <ac:chgData name="Zong Han Law" userId="S::zonghan.law@digipen.edu::d0507cfb-45e6-4fd3-b347-af4a25973187" providerId="AD" clId="Web-{1745C10D-DE49-E2C8-33C6-D24278FD4F39}" dt="2024-10-21T01:53:59.490" v="57" actId="1076"/>
          <ac:spMkLst>
            <pc:docMk/>
            <pc:sldMk cId="109857222" sldId="256"/>
            <ac:spMk id="5" creationId="{DB14B52F-5862-7A44-B9FE-BE0AB267131E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1:53:17.284" v="49" actId="1076"/>
          <ac:spMkLst>
            <pc:docMk/>
            <pc:sldMk cId="109857222" sldId="256"/>
            <ac:spMk id="6" creationId="{10BA2FFB-9770-F4A4-E5BD-B7B89ACF70E1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09857222" sldId="256"/>
            <ac:spMk id="36" creationId="{8045BF01-625E-4022-91E5-488DB3FCB734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09857222" sldId="256"/>
            <ac:spMk id="38" creationId="{0E442549-290E-4B7E-892E-F2DB911DD205}"/>
          </ac:spMkLst>
        </pc:spChg>
      </pc:sldChg>
      <pc:sldChg chg="del">
        <pc:chgData name="Zong Han Law" userId="S::zonghan.law@digipen.edu::d0507cfb-45e6-4fd3-b347-af4a25973187" providerId="AD" clId="Web-{1745C10D-DE49-E2C8-33C6-D24278FD4F39}" dt="2024-10-21T01:50:34.038" v="3"/>
        <pc:sldMkLst>
          <pc:docMk/>
          <pc:sldMk cId="3636437885" sldId="257"/>
        </pc:sldMkLst>
      </pc:sldChg>
      <pc:sldChg chg="modSp mod modClrScheme chgLayout">
        <pc:chgData name="Zong Han Law" userId="S::zonghan.law@digipen.edu::d0507cfb-45e6-4fd3-b347-af4a25973187" providerId="AD" clId="Web-{1745C10D-DE49-E2C8-33C6-D24278FD4F39}" dt="2024-10-21T02:16:28.164" v="209"/>
        <pc:sldMkLst>
          <pc:docMk/>
          <pc:sldMk cId="2773579520" sldId="258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2773579520" sldId="258"/>
            <ac:spMk id="2" creationId="{1D2651A0-0864-9911-B99E-FE58731F0E3B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2773579520" sldId="258"/>
            <ac:spMk id="3" creationId="{D4C57771-650D-30A4-BECD-3F9F2E72AFCB}"/>
          </ac:spMkLst>
        </pc:spChg>
      </pc:sldChg>
      <pc:sldChg chg="modSp mod modClrScheme chgLayout">
        <pc:chgData name="Zong Han Law" userId="S::zonghan.law@digipen.edu::d0507cfb-45e6-4fd3-b347-af4a25973187" providerId="AD" clId="Web-{1745C10D-DE49-E2C8-33C6-D24278FD4F39}" dt="2024-10-21T02:16:28.164" v="209"/>
        <pc:sldMkLst>
          <pc:docMk/>
          <pc:sldMk cId="148712261" sldId="259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48712261" sldId="259"/>
            <ac:spMk id="2" creationId="{261F553D-0F9A-FFFE-0794-25011218FDA2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48712261" sldId="259"/>
            <ac:spMk id="3" creationId="{59955FE0-B4A2-7124-8BC2-57A7B351A495}"/>
          </ac:spMkLst>
        </pc:spChg>
      </pc:sldChg>
      <pc:sldChg chg="modSp mod modClrScheme chgLayout">
        <pc:chgData name="Zong Han Law" userId="S::zonghan.law@digipen.edu::d0507cfb-45e6-4fd3-b347-af4a25973187" providerId="AD" clId="Web-{1745C10D-DE49-E2C8-33C6-D24278FD4F39}" dt="2024-10-21T02:16:28.164" v="209"/>
        <pc:sldMkLst>
          <pc:docMk/>
          <pc:sldMk cId="1819906022" sldId="261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819906022" sldId="261"/>
            <ac:spMk id="2" creationId="{1A8A59E5-B6DD-535D-20B2-E3650E92721F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819906022" sldId="261"/>
            <ac:spMk id="3" creationId="{3E4F2A9D-1BB9-D27B-51DE-2385BD161E36}"/>
          </ac:spMkLst>
        </pc:spChg>
      </pc:sldChg>
      <pc:sldChg chg="modSp mod modClrScheme chgLayout">
        <pc:chgData name="Zong Han Law" userId="S::zonghan.law@digipen.edu::d0507cfb-45e6-4fd3-b347-af4a25973187" providerId="AD" clId="Web-{1745C10D-DE49-E2C8-33C6-D24278FD4F39}" dt="2024-10-21T02:16:28.164" v="209"/>
        <pc:sldMkLst>
          <pc:docMk/>
          <pc:sldMk cId="3844454283" sldId="262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3844454283" sldId="262"/>
            <ac:spMk id="2" creationId="{2FBA0E3A-21B0-FA7F-7005-E4455A8C91C3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3844454283" sldId="262"/>
            <ac:spMk id="3" creationId="{4908E7B7-998E-506F-3517-13AC677BCBEA}"/>
          </ac:spMkLst>
        </pc:spChg>
      </pc:sldChg>
      <pc:sldChg chg="modSp mod modClrScheme chgLayout">
        <pc:chgData name="Zong Han Law" userId="S::zonghan.law@digipen.edu::d0507cfb-45e6-4fd3-b347-af4a25973187" providerId="AD" clId="Web-{1745C10D-DE49-E2C8-33C6-D24278FD4F39}" dt="2024-10-21T02:23:25.225" v="283"/>
        <pc:sldMkLst>
          <pc:docMk/>
          <pc:sldMk cId="3269357409" sldId="263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3269357409" sldId="263"/>
            <ac:spMk id="2" creationId="{DD82DD88-200D-9959-D7B4-B13275047002}"/>
          </ac:spMkLst>
        </pc:spChg>
        <pc:graphicFrameChg chg="mod ord modGraphic">
          <ac:chgData name="Zong Han Law" userId="S::zonghan.law@digipen.edu::d0507cfb-45e6-4fd3-b347-af4a25973187" providerId="AD" clId="Web-{1745C10D-DE49-E2C8-33C6-D24278FD4F39}" dt="2024-10-21T02:23:25.225" v="283"/>
          <ac:graphicFrameMkLst>
            <pc:docMk/>
            <pc:sldMk cId="3269357409" sldId="263"/>
            <ac:graphicFrameMk id="4" creationId="{A88A52DD-C31D-E27D-C3A2-51A93A4D75D2}"/>
          </ac:graphicFrameMkLst>
        </pc:graphicFrameChg>
      </pc:sldChg>
      <pc:sldChg chg="modSp mod modClrScheme chgLayout">
        <pc:chgData name="Zong Han Law" userId="S::zonghan.law@digipen.edu::d0507cfb-45e6-4fd3-b347-af4a25973187" providerId="AD" clId="Web-{1745C10D-DE49-E2C8-33C6-D24278FD4F39}" dt="2024-10-21T02:23:46.180" v="300"/>
        <pc:sldMkLst>
          <pc:docMk/>
          <pc:sldMk cId="4278872869" sldId="264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4278872869" sldId="264"/>
            <ac:spMk id="2" creationId="{9CF615CA-E31E-2154-1494-EF2006461809}"/>
          </ac:spMkLst>
        </pc:spChg>
        <pc:graphicFrameChg chg="mod modGraphic">
          <ac:chgData name="Zong Han Law" userId="S::zonghan.law@digipen.edu::d0507cfb-45e6-4fd3-b347-af4a25973187" providerId="AD" clId="Web-{1745C10D-DE49-E2C8-33C6-D24278FD4F39}" dt="2024-10-21T02:23:46.180" v="300"/>
          <ac:graphicFrameMkLst>
            <pc:docMk/>
            <pc:sldMk cId="4278872869" sldId="264"/>
            <ac:graphicFrameMk id="5" creationId="{6E3EC28C-1855-874F-2427-B3FE99C31AAE}"/>
          </ac:graphicFrameMkLst>
        </pc:graphicFrameChg>
      </pc:sldChg>
      <pc:sldChg chg="addSp delSp modSp mod modClrScheme delDesignElem modShow chgLayout">
        <pc:chgData name="Zong Han Law" userId="S::zonghan.law@digipen.edu::d0507cfb-45e6-4fd3-b347-af4a25973187" providerId="AD" clId="Web-{1745C10D-DE49-E2C8-33C6-D24278FD4F39}" dt="2024-10-21T05:18:26.095" v="649"/>
        <pc:sldMkLst>
          <pc:docMk/>
          <pc:sldMk cId="1359166093" sldId="265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359166093" sldId="265"/>
            <ac:spMk id="2" creationId="{FB3CA45A-832B-2EE4-13A8-7B973D23E7E6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359166093" sldId="265"/>
            <ac:spMk id="3" creationId="{FA348B37-E0ED-B2AF-30A6-00B8E2FC7D61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359166093" sldId="265"/>
            <ac:spMk id="24" creationId="{27FCFAB8-9E9C-414D-9FCB-CECED12D584F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359166093" sldId="265"/>
            <ac:spMk id="25" creationId="{76C16827-9A48-4468-BE81-11EC18E0AE54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359166093" sldId="265"/>
            <ac:spMk id="26" creationId="{899956BA-5C38-49F9-88D6-BD6C71E9C767}"/>
          </ac:spMkLst>
        </pc:spChg>
      </pc:sldChg>
      <pc:sldChg chg="addSp delSp modSp mod modClrScheme delDesignElem modShow chgLayout">
        <pc:chgData name="Zong Han Law" userId="S::zonghan.law@digipen.edu::d0507cfb-45e6-4fd3-b347-af4a25973187" providerId="AD" clId="Web-{1745C10D-DE49-E2C8-33C6-D24278FD4F39}" dt="2024-10-21T05:38:20.795" v="658"/>
        <pc:sldMkLst>
          <pc:docMk/>
          <pc:sldMk cId="698129835" sldId="266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698129835" sldId="266"/>
            <ac:spMk id="2" creationId="{FB3CA45A-832B-2EE4-13A8-7B973D23E7E6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698129835" sldId="266"/>
            <ac:spMk id="3" creationId="{FA348B37-E0ED-B2AF-30A6-00B8E2FC7D61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698129835" sldId="266"/>
            <ac:spMk id="24" creationId="{27FCFAB8-9E9C-414D-9FCB-CECED12D584F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698129835" sldId="266"/>
            <ac:spMk id="25" creationId="{76C16827-9A48-4468-BE81-11EC18E0AE54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698129835" sldId="266"/>
            <ac:spMk id="26" creationId="{899956BA-5C38-49F9-88D6-BD6C71E9C767}"/>
          </ac:spMkLst>
        </pc:spChg>
      </pc:sldChg>
      <pc:sldChg chg="addSp delSp modSp add mod replId modClrScheme delDesignElem modShow chgLayout">
        <pc:chgData name="Zong Han Law" userId="S::zonghan.law@digipen.edu::d0507cfb-45e6-4fd3-b347-af4a25973187" providerId="AD" clId="Web-{1745C10D-DE49-E2C8-33C6-D24278FD4F39}" dt="2024-10-21T05:18:09.219" v="648"/>
        <pc:sldMkLst>
          <pc:docMk/>
          <pc:sldMk cId="135622971" sldId="267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35622971" sldId="267"/>
            <ac:spMk id="2" creationId="{FB3CA45A-832B-2EE4-13A8-7B973D23E7E6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35622971" sldId="267"/>
            <ac:spMk id="3" creationId="{FA348B37-E0ED-B2AF-30A6-00B8E2FC7D61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35622971" sldId="267"/>
            <ac:spMk id="24" creationId="{27FCFAB8-9E9C-414D-9FCB-CECED12D584F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35622971" sldId="267"/>
            <ac:spMk id="25" creationId="{76C16827-9A48-4468-BE81-11EC18E0AE54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135622971" sldId="267"/>
            <ac:spMk id="26" creationId="{899956BA-5C38-49F9-88D6-BD6C71E9C767}"/>
          </ac:spMkLst>
        </pc:spChg>
      </pc:sldChg>
      <pc:sldChg chg="new del">
        <pc:chgData name="Zong Han Law" userId="S::zonghan.law@digipen.edu::d0507cfb-45e6-4fd3-b347-af4a25973187" providerId="AD" clId="Web-{1745C10D-DE49-E2C8-33C6-D24278FD4F39}" dt="2024-10-21T01:50:07.536" v="1"/>
        <pc:sldMkLst>
          <pc:docMk/>
          <pc:sldMk cId="694413411" sldId="267"/>
        </pc:sldMkLst>
      </pc:sldChg>
      <pc:sldChg chg="addSp delSp modSp new mod setBg modClrScheme delDesignElem chgLayout">
        <pc:chgData name="Zong Han Law" userId="S::zonghan.law@digipen.edu::d0507cfb-45e6-4fd3-b347-af4a25973187" providerId="AD" clId="Web-{1745C10D-DE49-E2C8-33C6-D24278FD4F39}" dt="2024-10-21T04:07:35.985" v="553" actId="20577"/>
        <pc:sldMkLst>
          <pc:docMk/>
          <pc:sldMk cId="3593640828" sldId="268"/>
        </pc:sldMkLst>
        <pc:spChg chg="add del 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3593640828" sldId="268"/>
            <ac:spMk id="2" creationId="{9F0A6D88-27CF-295A-4CC6-F1BEFA290B1C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4:07:35.985" v="553" actId="20577"/>
          <ac:spMkLst>
            <pc:docMk/>
            <pc:sldMk cId="3593640828" sldId="268"/>
            <ac:spMk id="3" creationId="{818342FB-95D5-0612-7338-7707C834D950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2:03:14.201" v="145"/>
          <ac:spMkLst>
            <pc:docMk/>
            <pc:sldMk cId="3593640828" sldId="268"/>
            <ac:spMk id="6" creationId="{0E7B3ADA-0BF3-7FEB-1413-230DC3B5988B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3593640828" sldId="268"/>
            <ac:spMk id="9" creationId="{47942995-B07F-4636-9A06-C6A104B260A8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3593640828" sldId="268"/>
            <ac:spMk id="16" creationId="{B81933D1-5615-42C7-9C0B-4EB7105CCE2D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3593640828" sldId="268"/>
            <ac:spMk id="18" creationId="{19C9EAEA-39D0-4B0E-A0EB-51E7B26740B1}"/>
          </ac:spMkLst>
        </pc:spChg>
        <pc:grpChg chg="add del">
          <ac:chgData name="Zong Han Law" userId="S::zonghan.law@digipen.edu::d0507cfb-45e6-4fd3-b347-af4a25973187" providerId="AD" clId="Web-{1745C10D-DE49-E2C8-33C6-D24278FD4F39}" dt="2024-10-21T02:16:28.164" v="209"/>
          <ac:grpSpMkLst>
            <pc:docMk/>
            <pc:sldMk cId="3593640828" sldId="268"/>
            <ac:grpSpMk id="11" creationId="{032D8612-31EB-44CF-A1D0-14FD4C705424}"/>
          </ac:grpSpMkLst>
        </pc:grpChg>
        <pc:picChg chg="add del mod">
          <ac:chgData name="Zong Han Law" userId="S::zonghan.law@digipen.edu::d0507cfb-45e6-4fd3-b347-af4a25973187" providerId="AD" clId="Web-{1745C10D-DE49-E2C8-33C6-D24278FD4F39}" dt="2024-10-21T03:08:10.197" v="322"/>
          <ac:picMkLst>
            <pc:docMk/>
            <pc:sldMk cId="3593640828" sldId="268"/>
            <ac:picMk id="4" creationId="{26B3BB9A-9E82-D880-C78D-82846C8F3E39}"/>
          </ac:picMkLst>
        </pc:picChg>
        <pc:picChg chg="add mod">
          <ac:chgData name="Zong Han Law" userId="S::zonghan.law@digipen.edu::d0507cfb-45e6-4fd3-b347-af4a25973187" providerId="AD" clId="Web-{1745C10D-DE49-E2C8-33C6-D24278FD4F39}" dt="2024-10-21T03:08:54.183" v="330" actId="1076"/>
          <ac:picMkLst>
            <pc:docMk/>
            <pc:sldMk cId="3593640828" sldId="268"/>
            <ac:picMk id="5" creationId="{E36DF164-39A7-FDEB-1B32-005C4B7FCCC7}"/>
          </ac:picMkLst>
        </pc:picChg>
      </pc:sldChg>
      <pc:sldChg chg="addSp delSp modSp mod modClrScheme delDesignElem chgLayout">
        <pc:chgData name="Zong Han Law" userId="S::zonghan.law@digipen.edu::d0507cfb-45e6-4fd3-b347-af4a25973187" providerId="AD" clId="Web-{1745C10D-DE49-E2C8-33C6-D24278FD4F39}" dt="2024-10-21T02:16:28.164" v="209"/>
        <pc:sldMkLst>
          <pc:docMk/>
          <pc:sldMk cId="2373526222" sldId="269"/>
        </pc:sldMkLst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2373526222" sldId="269"/>
            <ac:spMk id="2" creationId="{FB3CA45A-832B-2EE4-13A8-7B973D23E7E6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2373526222" sldId="269"/>
            <ac:spMk id="3" creationId="{FA348B37-E0ED-B2AF-30A6-00B8E2FC7D61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2373526222" sldId="269"/>
            <ac:spMk id="24" creationId="{27FCFAB8-9E9C-414D-9FCB-CECED12D584F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2373526222" sldId="269"/>
            <ac:spMk id="25" creationId="{76C16827-9A48-4468-BE81-11EC18E0AE54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2:16:28.164" v="209"/>
          <ac:spMkLst>
            <pc:docMk/>
            <pc:sldMk cId="2373526222" sldId="269"/>
            <ac:spMk id="26" creationId="{899956BA-5C38-49F9-88D6-BD6C71E9C767}"/>
          </ac:spMkLst>
        </pc:spChg>
      </pc:sldChg>
      <pc:sldChg chg="addSp delSp modSp new mod modClrScheme chgLayout">
        <pc:chgData name="Zong Han Law" userId="S::zonghan.law@digipen.edu::d0507cfb-45e6-4fd3-b347-af4a25973187" providerId="AD" clId="Web-{1745C10D-DE49-E2C8-33C6-D24278FD4F39}" dt="2024-10-21T03:57:51.404" v="544" actId="20577"/>
        <pc:sldMkLst>
          <pc:docMk/>
          <pc:sldMk cId="2614761931" sldId="270"/>
        </pc:sldMkLst>
        <pc:spChg chg="mod ord">
          <ac:chgData name="Zong Han Law" userId="S::zonghan.law@digipen.edu::d0507cfb-45e6-4fd3-b347-af4a25973187" providerId="AD" clId="Web-{1745C10D-DE49-E2C8-33C6-D24278FD4F39}" dt="2024-10-21T02:17:10.058" v="221" actId="20577"/>
          <ac:spMkLst>
            <pc:docMk/>
            <pc:sldMk cId="2614761931" sldId="270"/>
            <ac:spMk id="2" creationId="{855B8CA1-9F88-9E81-4429-F011277F0311}"/>
          </ac:spMkLst>
        </pc:spChg>
        <pc:spChg chg="mod ord">
          <ac:chgData name="Zong Han Law" userId="S::zonghan.law@digipen.edu::d0507cfb-45e6-4fd3-b347-af4a25973187" providerId="AD" clId="Web-{1745C10D-DE49-E2C8-33C6-D24278FD4F39}" dt="2024-10-21T03:48:43.430" v="504" actId="14100"/>
          <ac:spMkLst>
            <pc:docMk/>
            <pc:sldMk cId="2614761931" sldId="270"/>
            <ac:spMk id="3" creationId="{068839DB-1098-8CB9-CE65-1DD5B4573230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3:35:18.321" v="377"/>
          <ac:spMkLst>
            <pc:docMk/>
            <pc:sldMk cId="2614761931" sldId="270"/>
            <ac:spMk id="4" creationId="{904E6DF5-C34E-7BE1-4764-F80CF1F27B57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3:57:39.841" v="539" actId="20577"/>
          <ac:spMkLst>
            <pc:docMk/>
            <pc:sldMk cId="2614761931" sldId="270"/>
            <ac:spMk id="5" creationId="{CF2D9602-3351-BDF5-CFC3-F14252F89400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3:36:08.276" v="391"/>
          <ac:spMkLst>
            <pc:docMk/>
            <pc:sldMk cId="2614761931" sldId="270"/>
            <ac:spMk id="6" creationId="{FDD6F4A6-1358-548D-8FD4-BBE2AEFC13A8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3:51:17.327" v="526"/>
          <ac:spMkLst>
            <pc:docMk/>
            <pc:sldMk cId="2614761931" sldId="270"/>
            <ac:spMk id="7" creationId="{B6D1C780-E81A-57B2-125D-597DC49020F8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3:57:46.123" v="542" actId="20577"/>
          <ac:spMkLst>
            <pc:docMk/>
            <pc:sldMk cId="2614761931" sldId="270"/>
            <ac:spMk id="8" creationId="{417C7716-EF6A-810C-4E6D-2FFD83FABB1C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3:37:36.748" v="418"/>
          <ac:spMkLst>
            <pc:docMk/>
            <pc:sldMk cId="2614761931" sldId="270"/>
            <ac:spMk id="9" creationId="{618774B2-E15F-6A06-FF00-76D056C671FA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3:51:18.795" v="527"/>
          <ac:spMkLst>
            <pc:docMk/>
            <pc:sldMk cId="2614761931" sldId="270"/>
            <ac:spMk id="10" creationId="{CDC17566-1322-7253-BC20-A71A67F0C4F3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3:57:48.841" v="543" actId="20577"/>
          <ac:spMkLst>
            <pc:docMk/>
            <pc:sldMk cId="2614761931" sldId="270"/>
            <ac:spMk id="11" creationId="{8D4AA1EE-C1CB-BB89-430C-5045912DE838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3:51:20.764" v="528"/>
          <ac:spMkLst>
            <pc:docMk/>
            <pc:sldMk cId="2614761931" sldId="270"/>
            <ac:spMk id="12" creationId="{1E9E2351-153D-CB52-4695-C85E17A8ECF2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3:40:59.568" v="469"/>
          <ac:spMkLst>
            <pc:docMk/>
            <pc:sldMk cId="2614761931" sldId="270"/>
            <ac:spMk id="13" creationId="{DEFE4D0A-ACF4-6A3C-0DD4-20EFB9BC439D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3:57:51.404" v="544" actId="20577"/>
          <ac:spMkLst>
            <pc:docMk/>
            <pc:sldMk cId="2614761931" sldId="270"/>
            <ac:spMk id="14" creationId="{5D79DEA3-ED8B-FA9A-A934-0641513E58F7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3:42:04.649" v="487"/>
          <ac:spMkLst>
            <pc:docMk/>
            <pc:sldMk cId="2614761931" sldId="270"/>
            <ac:spMk id="15" creationId="{3C0BB170-A9BE-2CCB-3713-B57DEE39C7BD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3:42:56.104" v="489"/>
          <ac:spMkLst>
            <pc:docMk/>
            <pc:sldMk cId="2614761931" sldId="270"/>
            <ac:spMk id="16" creationId="{E5026879-9D29-5EB8-67F8-C21B4D33A4E4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3:51:13.295" v="525"/>
          <ac:spMkLst>
            <pc:docMk/>
            <pc:sldMk cId="2614761931" sldId="270"/>
            <ac:spMk id="17" creationId="{32E2D017-8F5A-C3A0-2292-1B0F75747175}"/>
          </ac:spMkLst>
        </pc:spChg>
      </pc:sldChg>
      <pc:sldChg chg="add del replId">
        <pc:chgData name="Zong Han Law" userId="S::zonghan.law@digipen.edu::d0507cfb-45e6-4fd3-b347-af4a25973187" providerId="AD" clId="Web-{1745C10D-DE49-E2C8-33C6-D24278FD4F39}" dt="2024-10-21T02:11:35.174" v="206"/>
        <pc:sldMkLst>
          <pc:docMk/>
          <pc:sldMk cId="3089360498" sldId="270"/>
        </pc:sldMkLst>
      </pc:sldChg>
      <pc:sldChg chg="modSp new ord">
        <pc:chgData name="Zong Han Law" userId="S::zonghan.law@digipen.edu::d0507cfb-45e6-4fd3-b347-af4a25973187" providerId="AD" clId="Web-{1745C10D-DE49-E2C8-33C6-D24278FD4F39}" dt="2024-10-21T03:57:18.981" v="538" actId="20577"/>
        <pc:sldMkLst>
          <pc:docMk/>
          <pc:sldMk cId="2102892806" sldId="271"/>
        </pc:sldMkLst>
        <pc:spChg chg="mod">
          <ac:chgData name="Zong Han Law" userId="S::zonghan.law@digipen.edu::d0507cfb-45e6-4fd3-b347-af4a25973187" providerId="AD" clId="Web-{1745C10D-DE49-E2C8-33C6-D24278FD4F39}" dt="2024-10-21T02:18:40.049" v="231" actId="20577"/>
          <ac:spMkLst>
            <pc:docMk/>
            <pc:sldMk cId="2102892806" sldId="271"/>
            <ac:spMk id="2" creationId="{D26E3520-10EC-33B2-77DE-9B72F0C3F947}"/>
          </ac:spMkLst>
        </pc:spChg>
        <pc:spChg chg="mod">
          <ac:chgData name="Zong Han Law" userId="S::zonghan.law@digipen.edu::d0507cfb-45e6-4fd3-b347-af4a25973187" providerId="AD" clId="Web-{1745C10D-DE49-E2C8-33C6-D24278FD4F39}" dt="2024-10-21T03:57:18.981" v="538" actId="20577"/>
          <ac:spMkLst>
            <pc:docMk/>
            <pc:sldMk cId="2102892806" sldId="271"/>
            <ac:spMk id="3" creationId="{3EDF21F0-16D3-7A07-2943-99E97442E166}"/>
          </ac:spMkLst>
        </pc:spChg>
      </pc:sldChg>
      <pc:sldChg chg="addSp delSp modSp add replId">
        <pc:chgData name="Zong Han Law" userId="S::zonghan.law@digipen.edu::d0507cfb-45e6-4fd3-b347-af4a25973187" providerId="AD" clId="Web-{1745C10D-DE49-E2C8-33C6-D24278FD4F39}" dt="2024-10-21T04:04:40.838" v="547" actId="1076"/>
        <pc:sldMkLst>
          <pc:docMk/>
          <pc:sldMk cId="2438577099" sldId="272"/>
        </pc:sldMkLst>
        <pc:spChg chg="mod">
          <ac:chgData name="Zong Han Law" userId="S::zonghan.law@digipen.edu::d0507cfb-45e6-4fd3-b347-af4a25973187" providerId="AD" clId="Web-{1745C10D-DE49-E2C8-33C6-D24278FD4F39}" dt="2024-10-21T03:32:27.471" v="355" actId="14100"/>
          <ac:spMkLst>
            <pc:docMk/>
            <pc:sldMk cId="2438577099" sldId="272"/>
            <ac:spMk id="3" creationId="{068839DB-1098-8CB9-CE65-1DD5B4573230}"/>
          </ac:spMkLst>
        </pc:spChg>
        <pc:picChg chg="add del mod">
          <ac:chgData name="Zong Han Law" userId="S::zonghan.law@digipen.edu::d0507cfb-45e6-4fd3-b347-af4a25973187" providerId="AD" clId="Web-{1745C10D-DE49-E2C8-33C6-D24278FD4F39}" dt="2024-10-21T03:28:44.337" v="351"/>
          <ac:picMkLst>
            <pc:docMk/>
            <pc:sldMk cId="2438577099" sldId="272"/>
            <ac:picMk id="4" creationId="{FD5447D6-16D6-3D73-864C-C5C428B94317}"/>
          </ac:picMkLst>
        </pc:picChg>
        <pc:picChg chg="add mod">
          <ac:chgData name="Zong Han Law" userId="S::zonghan.law@digipen.edu::d0507cfb-45e6-4fd3-b347-af4a25973187" providerId="AD" clId="Web-{1745C10D-DE49-E2C8-33C6-D24278FD4F39}" dt="2024-10-21T03:32:47.284" v="359" actId="14100"/>
          <ac:picMkLst>
            <pc:docMk/>
            <pc:sldMk cId="2438577099" sldId="272"/>
            <ac:picMk id="5" creationId="{F9C54702-16BC-3ED2-C4A3-4EC8CAE3DB5D}"/>
          </ac:picMkLst>
        </pc:picChg>
        <pc:picChg chg="add mod">
          <ac:chgData name="Zong Han Law" userId="S::zonghan.law@digipen.edu::d0507cfb-45e6-4fd3-b347-af4a25973187" providerId="AD" clId="Web-{1745C10D-DE49-E2C8-33C6-D24278FD4F39}" dt="2024-10-21T04:04:40.838" v="547" actId="1076"/>
          <ac:picMkLst>
            <pc:docMk/>
            <pc:sldMk cId="2438577099" sldId="272"/>
            <ac:picMk id="6" creationId="{E9FE9C67-CE64-A4E9-FA29-5C81A6DFC41F}"/>
          </ac:picMkLst>
        </pc:picChg>
      </pc:sldChg>
      <pc:sldChg chg="add del replId">
        <pc:chgData name="Zong Han Law" userId="S::zonghan.law@digipen.edu::d0507cfb-45e6-4fd3-b347-af4a25973187" providerId="AD" clId="Web-{1745C10D-DE49-E2C8-33C6-D24278FD4F39}" dt="2024-10-21T03:20:52.147" v="348"/>
        <pc:sldMkLst>
          <pc:docMk/>
          <pc:sldMk cId="2186923425" sldId="273"/>
        </pc:sldMkLst>
      </pc:sldChg>
      <pc:sldChg chg="addSp delSp modSp new">
        <pc:chgData name="Zong Han Law" userId="S::zonghan.law@digipen.edu::d0507cfb-45e6-4fd3-b347-af4a25973187" providerId="AD" clId="Web-{1745C10D-DE49-E2C8-33C6-D24278FD4F39}" dt="2024-10-21T05:38:06.842" v="657" actId="20577"/>
        <pc:sldMkLst>
          <pc:docMk/>
          <pc:sldMk cId="3667802820" sldId="276"/>
        </pc:sldMkLst>
        <pc:spChg chg="mod">
          <ac:chgData name="Zong Han Law" userId="S::zonghan.law@digipen.edu::d0507cfb-45e6-4fd3-b347-af4a25973187" providerId="AD" clId="Web-{1745C10D-DE49-E2C8-33C6-D24278FD4F39}" dt="2024-10-21T05:13:28.506" v="582" actId="14100"/>
          <ac:spMkLst>
            <pc:docMk/>
            <pc:sldMk cId="3667802820" sldId="276"/>
            <ac:spMk id="2" creationId="{9B225612-7DF0-16FB-EEAB-4005FB7718D6}"/>
          </ac:spMkLst>
        </pc:spChg>
        <pc:spChg chg="del">
          <ac:chgData name="Zong Han Law" userId="S::zonghan.law@digipen.edu::d0507cfb-45e6-4fd3-b347-af4a25973187" providerId="AD" clId="Web-{1745C10D-DE49-E2C8-33C6-D24278FD4F39}" dt="2024-10-21T05:09:23.528" v="555"/>
          <ac:spMkLst>
            <pc:docMk/>
            <pc:sldMk cId="3667802820" sldId="276"/>
            <ac:spMk id="3" creationId="{625A2D4B-9BC0-65F5-6490-BDF61E8C2C87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5:14:17.601" v="604" actId="1076"/>
          <ac:spMkLst>
            <pc:docMk/>
            <pc:sldMk cId="3667802820" sldId="276"/>
            <ac:spMk id="5" creationId="{8ABA67AA-D19B-DA8F-51C4-C2D2035E29BF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5:38:06.842" v="657" actId="20577"/>
          <ac:spMkLst>
            <pc:docMk/>
            <pc:sldMk cId="3667802820" sldId="276"/>
            <ac:spMk id="6" creationId="{585DCA23-81EA-679B-B729-7BB9A9E6689F}"/>
          </ac:spMkLst>
        </pc:spChg>
        <pc:picChg chg="add mod ord">
          <ac:chgData name="Zong Han Law" userId="S::zonghan.law@digipen.edu::d0507cfb-45e6-4fd3-b347-af4a25973187" providerId="AD" clId="Web-{1745C10D-DE49-E2C8-33C6-D24278FD4F39}" dt="2024-10-21T05:15:43.964" v="608" actId="1076"/>
          <ac:picMkLst>
            <pc:docMk/>
            <pc:sldMk cId="3667802820" sldId="276"/>
            <ac:picMk id="4" creationId="{C8E045B7-6409-99A8-31E6-A16BC500AD7C}"/>
          </ac:picMkLst>
        </pc:picChg>
      </pc:sldChg>
      <pc:sldChg chg="modSp">
        <pc:chgData name="Zong Han Law" userId="S::zonghan.law@digipen.edu::d0507cfb-45e6-4fd3-b347-af4a25973187" providerId="AD" clId="Web-{1745C10D-DE49-E2C8-33C6-D24278FD4F39}" dt="2024-10-21T05:14:46.259" v="607" actId="1076"/>
        <pc:sldMkLst>
          <pc:docMk/>
          <pc:sldMk cId="3087536090" sldId="277"/>
        </pc:sldMkLst>
        <pc:spChg chg="mod">
          <ac:chgData name="Zong Han Law" userId="S::zonghan.law@digipen.edu::d0507cfb-45e6-4fd3-b347-af4a25973187" providerId="AD" clId="Web-{1745C10D-DE49-E2C8-33C6-D24278FD4F39}" dt="2024-10-21T05:14:46.259" v="607" actId="1076"/>
          <ac:spMkLst>
            <pc:docMk/>
            <pc:sldMk cId="3087536090" sldId="277"/>
            <ac:spMk id="2" creationId="{BF523857-D615-B778-31AD-4D42E14CE83F}"/>
          </ac:spMkLst>
        </pc:spChg>
      </pc:sldChg>
      <pc:sldChg chg="modSp">
        <pc:chgData name="Zong Han Law" userId="S::zonghan.law@digipen.edu::d0507cfb-45e6-4fd3-b347-af4a25973187" providerId="AD" clId="Web-{1745C10D-DE49-E2C8-33C6-D24278FD4F39}" dt="2024-10-21T06:14:03.124" v="659" actId="1076"/>
        <pc:sldMkLst>
          <pc:docMk/>
          <pc:sldMk cId="2128601120" sldId="278"/>
        </pc:sldMkLst>
        <pc:spChg chg="mod">
          <ac:chgData name="Zong Han Law" userId="S::zonghan.law@digipen.edu::d0507cfb-45e6-4fd3-b347-af4a25973187" providerId="AD" clId="Web-{1745C10D-DE49-E2C8-33C6-D24278FD4F39}" dt="2024-10-21T06:14:03.124" v="659" actId="1076"/>
          <ac:spMkLst>
            <pc:docMk/>
            <pc:sldMk cId="2128601120" sldId="278"/>
            <ac:spMk id="9" creationId="{CE2F007E-B877-6325-B7E2-ACE9646B53A0}"/>
          </ac:spMkLst>
        </pc:spChg>
      </pc:sldChg>
      <pc:sldChg chg="modSp">
        <pc:chgData name="Zong Han Law" userId="S::zonghan.law@digipen.edu::d0507cfb-45e6-4fd3-b347-af4a25973187" providerId="AD" clId="Web-{1745C10D-DE49-E2C8-33C6-D24278FD4F39}" dt="2024-10-21T06:17:59.398" v="699" actId="14100"/>
        <pc:sldMkLst>
          <pc:docMk/>
          <pc:sldMk cId="1787694342" sldId="280"/>
        </pc:sldMkLst>
        <pc:spChg chg="mod">
          <ac:chgData name="Zong Han Law" userId="S::zonghan.law@digipen.edu::d0507cfb-45e6-4fd3-b347-af4a25973187" providerId="AD" clId="Web-{1745C10D-DE49-E2C8-33C6-D24278FD4F39}" dt="2024-10-21T06:17:59.398" v="699" actId="14100"/>
          <ac:spMkLst>
            <pc:docMk/>
            <pc:sldMk cId="1787694342" sldId="280"/>
            <ac:spMk id="28" creationId="{5CC793BC-FA87-C1AC-C0BA-647BDDEFD9C6}"/>
          </ac:spMkLst>
        </pc:spChg>
        <pc:spChg chg="mod">
          <ac:chgData name="Zong Han Law" userId="S::zonghan.law@digipen.edu::d0507cfb-45e6-4fd3-b347-af4a25973187" providerId="AD" clId="Web-{1745C10D-DE49-E2C8-33C6-D24278FD4F39}" dt="2024-10-21T06:17:33.069" v="694" actId="1076"/>
          <ac:spMkLst>
            <pc:docMk/>
            <pc:sldMk cId="1787694342" sldId="280"/>
            <ac:spMk id="29" creationId="{CB339534-1127-CE04-765A-28BD824AA761}"/>
          </ac:spMkLst>
        </pc:spChg>
        <pc:spChg chg="mod">
          <ac:chgData name="Zong Han Law" userId="S::zonghan.law@digipen.edu::d0507cfb-45e6-4fd3-b347-af4a25973187" providerId="AD" clId="Web-{1745C10D-DE49-E2C8-33C6-D24278FD4F39}" dt="2024-10-21T06:16:31.020" v="684" actId="14100"/>
          <ac:spMkLst>
            <pc:docMk/>
            <pc:sldMk cId="1787694342" sldId="280"/>
            <ac:spMk id="31" creationId="{65742CFC-E57E-20C7-ACC4-BEB51E623CD2}"/>
          </ac:spMkLst>
        </pc:spChg>
        <pc:spChg chg="mod">
          <ac:chgData name="Zong Han Law" userId="S::zonghan.law@digipen.edu::d0507cfb-45e6-4fd3-b347-af4a25973187" providerId="AD" clId="Web-{1745C10D-DE49-E2C8-33C6-D24278FD4F39}" dt="2024-10-21T06:17:27.006" v="693" actId="14100"/>
          <ac:spMkLst>
            <pc:docMk/>
            <pc:sldMk cId="1787694342" sldId="280"/>
            <ac:spMk id="34" creationId="{1DC1E4C7-A27A-725D-A136-A76EEF56C041}"/>
          </ac:spMkLst>
        </pc:spChg>
        <pc:picChg chg="mod">
          <ac:chgData name="Zong Han Law" userId="S::zonghan.law@digipen.edu::d0507cfb-45e6-4fd3-b347-af4a25973187" providerId="AD" clId="Web-{1745C10D-DE49-E2C8-33C6-D24278FD4F39}" dt="2024-10-21T06:17:38.460" v="695" actId="1076"/>
          <ac:picMkLst>
            <pc:docMk/>
            <pc:sldMk cId="1787694342" sldId="280"/>
            <ac:picMk id="30" creationId="{148B8498-4A6F-D71F-B9FA-D77E87D08FA3}"/>
          </ac:picMkLst>
        </pc:picChg>
      </pc:sldChg>
      <pc:sldChg chg="addSp delSp modSp new ord">
        <pc:chgData name="Zong Han Law" userId="S::zonghan.law@digipen.edu::d0507cfb-45e6-4fd3-b347-af4a25973187" providerId="AD" clId="Web-{1745C10D-DE49-E2C8-33C6-D24278FD4F39}" dt="2024-10-21T06:56:22.515" v="825"/>
        <pc:sldMkLst>
          <pc:docMk/>
          <pc:sldMk cId="2901408381" sldId="281"/>
        </pc:sldMkLst>
        <pc:spChg chg="mod">
          <ac:chgData name="Zong Han Law" userId="S::zonghan.law@digipen.edu::d0507cfb-45e6-4fd3-b347-af4a25973187" providerId="AD" clId="Web-{1745C10D-DE49-E2C8-33C6-D24278FD4F39}" dt="2024-10-21T06:26:59.371" v="773" actId="20577"/>
          <ac:spMkLst>
            <pc:docMk/>
            <pc:sldMk cId="2901408381" sldId="281"/>
            <ac:spMk id="2" creationId="{29B0C432-1D76-027F-8365-83ABD77C2241}"/>
          </ac:spMkLst>
        </pc:spChg>
        <pc:spChg chg="del mod">
          <ac:chgData name="Zong Han Law" userId="S::zonghan.law@digipen.edu::d0507cfb-45e6-4fd3-b347-af4a25973187" providerId="AD" clId="Web-{1745C10D-DE49-E2C8-33C6-D24278FD4F39}" dt="2024-10-21T06:42:36.375" v="780"/>
          <ac:spMkLst>
            <pc:docMk/>
            <pc:sldMk cId="2901408381" sldId="281"/>
            <ac:spMk id="3" creationId="{B523B151-AED3-A23F-E476-E1449959E220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6:43:04.126" v="782"/>
          <ac:spMkLst>
            <pc:docMk/>
            <pc:sldMk cId="2901408381" sldId="281"/>
            <ac:spMk id="4" creationId="{CCCECD6D-9EF5-C4FE-EE22-B2A3F5E53298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6:45:48.601" v="823" actId="20577"/>
          <ac:spMkLst>
            <pc:docMk/>
            <pc:sldMk cId="2901408381" sldId="281"/>
            <ac:spMk id="5" creationId="{7E96B99D-CC81-AEAF-0E9F-BC93D8E24685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6:49:19.499" v="824" actId="1076"/>
          <ac:spMkLst>
            <pc:docMk/>
            <pc:sldMk cId="2901408381" sldId="281"/>
            <ac:spMk id="6" creationId="{A807CFF6-7626-3F34-DB23-CC3054B4C3C0}"/>
          </ac:spMkLst>
        </pc:spChg>
      </pc:sldChg>
      <pc:sldChg chg="addSp delSp modSp">
        <pc:chgData name="Zong Han Law" userId="S::zonghan.law@digipen.edu::d0507cfb-45e6-4fd3-b347-af4a25973187" providerId="AD" clId="Web-{1745C10D-DE49-E2C8-33C6-D24278FD4F39}" dt="2024-10-21T06:59:50.694" v="833"/>
        <pc:sldMkLst>
          <pc:docMk/>
          <pc:sldMk cId="1325259570" sldId="283"/>
        </pc:sldMkLst>
        <pc:spChg chg="add del">
          <ac:chgData name="Zong Han Law" userId="S::zonghan.law@digipen.edu::d0507cfb-45e6-4fd3-b347-af4a25973187" providerId="AD" clId="Web-{1745C10D-DE49-E2C8-33C6-D24278FD4F39}" dt="2024-10-21T06:20:28.701" v="704"/>
          <ac:spMkLst>
            <pc:docMk/>
            <pc:sldMk cId="1325259570" sldId="283"/>
            <ac:spMk id="17" creationId="{72BA46E3-23D0-56C3-F436-816395628896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6:59:18.959" v="828"/>
          <ac:spMkLst>
            <pc:docMk/>
            <pc:sldMk cId="1325259570" sldId="283"/>
            <ac:spMk id="413" creationId="{0E55B95A-D45A-75CE-5B03-262878D5C6FA}"/>
          </ac:spMkLst>
        </pc:spChg>
        <pc:spChg chg="add del">
          <ac:chgData name="Zong Han Law" userId="S::zonghan.law@digipen.edu::d0507cfb-45e6-4fd3-b347-af4a25973187" providerId="AD" clId="Web-{1745C10D-DE49-E2C8-33C6-D24278FD4F39}" dt="2024-10-21T06:22:30.627" v="730"/>
          <ac:spMkLst>
            <pc:docMk/>
            <pc:sldMk cId="1325259570" sldId="283"/>
            <ac:spMk id="414" creationId="{2378D319-37B7-AACE-25DC-D8F09D7096BA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6:59:50.694" v="833"/>
          <ac:spMkLst>
            <pc:docMk/>
            <pc:sldMk cId="1325259570" sldId="283"/>
            <ac:spMk id="415" creationId="{77384870-0416-2DBB-84D4-0AFB681C79F3}"/>
          </ac:spMkLst>
        </pc:spChg>
        <pc:graphicFrameChg chg="add del mod ord modGraphic">
          <ac:chgData name="Zong Han Law" userId="S::zonghan.law@digipen.edu::d0507cfb-45e6-4fd3-b347-af4a25973187" providerId="AD" clId="Web-{1745C10D-DE49-E2C8-33C6-D24278FD4F39}" dt="2024-10-21T06:19:35.386" v="701"/>
          <ac:graphicFrameMkLst>
            <pc:docMk/>
            <pc:sldMk cId="1325259570" sldId="283"/>
            <ac:graphicFrameMk id="2" creationId="{C26B10F0-51D0-CDF4-33F3-6A5EA98539B9}"/>
          </ac:graphicFrameMkLst>
        </pc:graphicFrameChg>
        <pc:graphicFrameChg chg="add del mod ord modGraphic">
          <ac:chgData name="Zong Han Law" userId="S::zonghan.law@digipen.edu::d0507cfb-45e6-4fd3-b347-af4a25973187" providerId="AD" clId="Web-{1745C10D-DE49-E2C8-33C6-D24278FD4F39}" dt="2024-10-21T06:19:46.090" v="703"/>
          <ac:graphicFrameMkLst>
            <pc:docMk/>
            <pc:sldMk cId="1325259570" sldId="283"/>
            <ac:graphicFrameMk id="21" creationId="{927D9270-5AF3-44A2-F5D5-1C6E64239CBF}"/>
          </ac:graphicFrameMkLst>
        </pc:graphicFrameChg>
        <pc:graphicFrameChg chg="add del mod ord modGraphic">
          <ac:chgData name="Zong Han Law" userId="S::zonghan.law@digipen.edu::d0507cfb-45e6-4fd3-b347-af4a25973187" providerId="AD" clId="Web-{1745C10D-DE49-E2C8-33C6-D24278FD4F39}" dt="2024-10-21T06:21:38.641" v="728"/>
          <ac:graphicFrameMkLst>
            <pc:docMk/>
            <pc:sldMk cId="1325259570" sldId="283"/>
            <ac:graphicFrameMk id="28" creationId="{81344BF4-9C87-1224-E651-31D63380F5B2}"/>
          </ac:graphicFrameMkLst>
        </pc:graphicFrameChg>
      </pc:sldChg>
      <pc:sldChg chg="modSp">
        <pc:chgData name="Zong Han Law" userId="S::zonghan.law@digipen.edu::d0507cfb-45e6-4fd3-b347-af4a25973187" providerId="AD" clId="Web-{1745C10D-DE49-E2C8-33C6-D24278FD4F39}" dt="2024-10-21T06:26:18.135" v="746" actId="20577"/>
        <pc:sldMkLst>
          <pc:docMk/>
          <pc:sldMk cId="3315262665" sldId="284"/>
        </pc:sldMkLst>
        <pc:spChg chg="mod">
          <ac:chgData name="Zong Han Law" userId="S::zonghan.law@digipen.edu::d0507cfb-45e6-4fd3-b347-af4a25973187" providerId="AD" clId="Web-{1745C10D-DE49-E2C8-33C6-D24278FD4F39}" dt="2024-10-21T06:26:18.135" v="746" actId="20577"/>
          <ac:spMkLst>
            <pc:docMk/>
            <pc:sldMk cId="3315262665" sldId="284"/>
            <ac:spMk id="3" creationId="{D4C57771-650D-30A4-BECD-3F9F2E72AFCB}"/>
          </ac:spMkLst>
        </pc:spChg>
      </pc:sldChg>
      <pc:sldChg chg="addSp delSp modSp add replId addAnim delAnim modAnim">
        <pc:chgData name="Zong Han Law" userId="S::zonghan.law@digipen.edu::d0507cfb-45e6-4fd3-b347-af4a25973187" providerId="AD" clId="Web-{1745C10D-DE49-E2C8-33C6-D24278FD4F39}" dt="2024-10-21T08:03:13.361" v="1148" actId="1076"/>
        <pc:sldMkLst>
          <pc:docMk/>
          <pc:sldMk cId="1092323827" sldId="290"/>
        </pc:sldMkLst>
        <pc:spChg chg="add del mod">
          <ac:chgData name="Zong Han Law" userId="S::zonghan.law@digipen.edu::d0507cfb-45e6-4fd3-b347-af4a25973187" providerId="AD" clId="Web-{1745C10D-DE49-E2C8-33C6-D24278FD4F39}" dt="2024-10-21T07:48:40.061" v="1065"/>
          <ac:spMkLst>
            <pc:docMk/>
            <pc:sldMk cId="1092323827" sldId="290"/>
            <ac:spMk id="2" creationId="{41726B04-2175-034D-576B-A1BE71E0A128}"/>
          </ac:spMkLst>
        </pc:spChg>
        <pc:spChg chg="del">
          <ac:chgData name="Zong Han Law" userId="S::zonghan.law@digipen.edu::d0507cfb-45e6-4fd3-b347-af4a25973187" providerId="AD" clId="Web-{1745C10D-DE49-E2C8-33C6-D24278FD4F39}" dt="2024-10-21T07:22:51.423" v="837"/>
          <ac:spMkLst>
            <pc:docMk/>
            <pc:sldMk cId="1092323827" sldId="290"/>
            <ac:spMk id="4" creationId="{7AD49828-8E5F-DB02-C736-49026353B9AA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47:03.057" v="1030" actId="1076"/>
          <ac:spMkLst>
            <pc:docMk/>
            <pc:sldMk cId="1092323827" sldId="290"/>
            <ac:spMk id="5" creationId="{AE00A1B5-B0BF-6373-5EC9-4153CD013995}"/>
          </ac:spMkLst>
        </pc:spChg>
        <pc:spChg chg="del">
          <ac:chgData name="Zong Han Law" userId="S::zonghan.law@digipen.edu::d0507cfb-45e6-4fd3-b347-af4a25973187" providerId="AD" clId="Web-{1745C10D-DE49-E2C8-33C6-D24278FD4F39}" dt="2024-10-21T07:22:52.627" v="838"/>
          <ac:spMkLst>
            <pc:docMk/>
            <pc:sldMk cId="1092323827" sldId="290"/>
            <ac:spMk id="6" creationId="{AAF0457A-D9D7-4E6B-ABD9-26A30A29491B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7:29:30.407" v="864"/>
          <ac:spMkLst>
            <pc:docMk/>
            <pc:sldMk cId="1092323827" sldId="290"/>
            <ac:spMk id="7" creationId="{C3A1AAD2-CE35-AA97-1BBA-EBD56E58CF4B}"/>
          </ac:spMkLst>
        </pc:spChg>
        <pc:spChg chg="del">
          <ac:chgData name="Zong Han Law" userId="S::zonghan.law@digipen.edu::d0507cfb-45e6-4fd3-b347-af4a25973187" providerId="AD" clId="Web-{1745C10D-DE49-E2C8-33C6-D24278FD4F39}" dt="2024-10-21T07:22:53.658" v="839"/>
          <ac:spMkLst>
            <pc:docMk/>
            <pc:sldMk cId="1092323827" sldId="290"/>
            <ac:spMk id="8" creationId="{CDF7138A-04D7-16FE-DB26-97B9032E41B2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7:29:29.876" v="863"/>
          <ac:spMkLst>
            <pc:docMk/>
            <pc:sldMk cId="1092323827" sldId="290"/>
            <ac:spMk id="9" creationId="{61D141DF-9DB3-959E-A45F-5618341D54E2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7:48:40.842" v="1066"/>
          <ac:spMkLst>
            <pc:docMk/>
            <pc:sldMk cId="1092323827" sldId="290"/>
            <ac:spMk id="10" creationId="{2A4F4858-B7D9-8F1A-3312-95DADC64D206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0:34.316" v="1086"/>
          <ac:spMkLst>
            <pc:docMk/>
            <pc:sldMk cId="1092323827" sldId="290"/>
            <ac:spMk id="11" creationId="{69539465-BC14-A9CC-011F-64B08EE7F219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7:30:36.894" v="883"/>
          <ac:spMkLst>
            <pc:docMk/>
            <pc:sldMk cId="1092323827" sldId="290"/>
            <ac:spMk id="12" creationId="{DD1064AE-9296-06F8-E073-AA3A79BF0AC8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49:12.312" v="1078" actId="1076"/>
          <ac:spMkLst>
            <pc:docMk/>
            <pc:sldMk cId="1092323827" sldId="290"/>
            <ac:spMk id="13" creationId="{5025BD1F-B301-6935-D2E1-BE51C1D449A3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7:32:11.773" v="893"/>
          <ac:spMkLst>
            <pc:docMk/>
            <pc:sldMk cId="1092323827" sldId="290"/>
            <ac:spMk id="14" creationId="{9525D5AA-1F35-3C8A-3EDD-5E9D79F1C99D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45:56.899" v="1021" actId="14100"/>
          <ac:spMkLst>
            <pc:docMk/>
            <pc:sldMk cId="1092323827" sldId="290"/>
            <ac:spMk id="15" creationId="{06A5B146-A615-AC17-458C-7246CC24F576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45:29.991" v="1017" actId="14100"/>
          <ac:spMkLst>
            <pc:docMk/>
            <pc:sldMk cId="1092323827" sldId="290"/>
            <ac:spMk id="16" creationId="{7EBF38EA-F22E-BC18-EB93-2F2665636906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45:02.490" v="1012" actId="14100"/>
          <ac:spMkLst>
            <pc:docMk/>
            <pc:sldMk cId="1092323827" sldId="290"/>
            <ac:spMk id="17" creationId="{7540DD8E-E19F-DCA9-F3F4-888F80172C38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7:34:31.919" v="932"/>
          <ac:spMkLst>
            <pc:docMk/>
            <pc:sldMk cId="1092323827" sldId="290"/>
            <ac:spMk id="18" creationId="{2166F69B-B1EF-7AFC-997A-B97986606B96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2:50.227" v="1117" actId="1076"/>
          <ac:spMkLst>
            <pc:docMk/>
            <pc:sldMk cId="1092323827" sldId="290"/>
            <ac:spMk id="23" creationId="{E485AA55-F80F-DD26-87D7-73565343016E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7:52:47.461" v="1116"/>
          <ac:spMkLst>
            <pc:docMk/>
            <pc:sldMk cId="1092323827" sldId="290"/>
            <ac:spMk id="24" creationId="{F84FD4E3-A1F3-0348-BD3C-8BB2BBD9FCDD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2:01.960" v="1094" actId="1076"/>
          <ac:spMkLst>
            <pc:docMk/>
            <pc:sldMk cId="1092323827" sldId="290"/>
            <ac:spMk id="25" creationId="{5235475F-344B-91A1-8677-264E7037771C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2:13.804" v="1096" actId="1076"/>
          <ac:spMkLst>
            <pc:docMk/>
            <pc:sldMk cId="1092323827" sldId="290"/>
            <ac:spMk id="26" creationId="{289FD264-CFB5-E776-73DF-1C830BE16277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2:16.538" v="1098" actId="1076"/>
          <ac:spMkLst>
            <pc:docMk/>
            <pc:sldMk cId="1092323827" sldId="290"/>
            <ac:spMk id="27" creationId="{7F983B6B-08A3-ABC0-809E-0BC2042CE508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2:27.148" v="1102" actId="1076"/>
          <ac:spMkLst>
            <pc:docMk/>
            <pc:sldMk cId="1092323827" sldId="290"/>
            <ac:spMk id="28" creationId="{CE62DD9D-1175-0B77-FC47-C27C55F119A6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2:27.148" v="1103" actId="1076"/>
          <ac:spMkLst>
            <pc:docMk/>
            <pc:sldMk cId="1092323827" sldId="290"/>
            <ac:spMk id="29" creationId="{A2C63334-D87E-EA84-ACC1-1CDECF860D53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2:27.164" v="1104" actId="1076"/>
          <ac:spMkLst>
            <pc:docMk/>
            <pc:sldMk cId="1092323827" sldId="290"/>
            <ac:spMk id="30" creationId="{635477FF-F145-D372-3BEE-8B6624B0A707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2:56.368" v="1118" actId="1076"/>
          <ac:spMkLst>
            <pc:docMk/>
            <pc:sldMk cId="1092323827" sldId="290"/>
            <ac:spMk id="31" creationId="{280D53D4-8929-8AFB-8441-B83BD2DAD943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2:56.384" v="1119" actId="1076"/>
          <ac:spMkLst>
            <pc:docMk/>
            <pc:sldMk cId="1092323827" sldId="290"/>
            <ac:spMk id="32" creationId="{85AF39E4-4BFB-C220-24FE-0F74280B9797}"/>
          </ac:spMkLst>
        </pc:spChg>
        <pc:spChg chg="add del mod">
          <ac:chgData name="Zong Han Law" userId="S::zonghan.law@digipen.edu::d0507cfb-45e6-4fd3-b347-af4a25973187" providerId="AD" clId="Web-{1745C10D-DE49-E2C8-33C6-D24278FD4F39}" dt="2024-10-21T07:52:35.414" v="1111"/>
          <ac:spMkLst>
            <pc:docMk/>
            <pc:sldMk cId="1092323827" sldId="290"/>
            <ac:spMk id="33" creationId="{C6DA9493-90D7-0328-32EE-8FB4258FD6C6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3:06.009" v="1122" actId="1076"/>
          <ac:spMkLst>
            <pc:docMk/>
            <pc:sldMk cId="1092323827" sldId="290"/>
            <ac:spMk id="34" creationId="{72516AF1-58E5-077E-4420-9B86E57F0F9A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7:53:06.025" v="1123" actId="1076"/>
          <ac:spMkLst>
            <pc:docMk/>
            <pc:sldMk cId="1092323827" sldId="290"/>
            <ac:spMk id="35" creationId="{44DF621F-2F48-C6EB-39D4-12ED1AB5B27D}"/>
          </ac:spMkLst>
        </pc:spChg>
        <pc:spChg chg="add mod">
          <ac:chgData name="Zong Han Law" userId="S::zonghan.law@digipen.edu::d0507cfb-45e6-4fd3-b347-af4a25973187" providerId="AD" clId="Web-{1745C10D-DE49-E2C8-33C6-D24278FD4F39}" dt="2024-10-21T08:03:13.361" v="1148" actId="1076"/>
          <ac:spMkLst>
            <pc:docMk/>
            <pc:sldMk cId="1092323827" sldId="290"/>
            <ac:spMk id="36" creationId="{4C605D4C-A0F0-BB03-A430-BDC53F88CD4A}"/>
          </ac:spMkLst>
        </pc:spChg>
        <pc:grpChg chg="add mod">
          <ac:chgData name="Zong Han Law" userId="S::zonghan.law@digipen.edu::d0507cfb-45e6-4fd3-b347-af4a25973187" providerId="AD" clId="Web-{1745C10D-DE49-E2C8-33C6-D24278FD4F39}" dt="2024-10-21T07:47:32.824" v="1034" actId="1076"/>
          <ac:grpSpMkLst>
            <pc:docMk/>
            <pc:sldMk cId="1092323827" sldId="290"/>
            <ac:grpSpMk id="22" creationId="{3A5E0920-4F5E-9686-ABBF-83871B3B155A}"/>
          </ac:grpSpMkLst>
        </pc:grpChg>
        <pc:picChg chg="add del mod">
          <ac:chgData name="Zong Han Law" userId="S::zonghan.law@digipen.edu::d0507cfb-45e6-4fd3-b347-af4a25973187" providerId="AD" clId="Web-{1745C10D-DE49-E2C8-33C6-D24278FD4F39}" dt="2024-10-21T07:42:12.156" v="993"/>
          <ac:picMkLst>
            <pc:docMk/>
            <pc:sldMk cId="1092323827" sldId="290"/>
            <ac:picMk id="21" creationId="{01F26373-E3A5-1151-4DCB-115862EA097C}"/>
          </ac:picMkLst>
        </pc:picChg>
        <pc:cxnChg chg="add mod">
          <ac:chgData name="Zong Han Law" userId="S::zonghan.law@digipen.edu::d0507cfb-45e6-4fd3-b347-af4a25973187" providerId="AD" clId="Web-{1745C10D-DE49-E2C8-33C6-D24278FD4F39}" dt="2024-10-21T07:46:57.854" v="1028" actId="14100"/>
          <ac:cxnSpMkLst>
            <pc:docMk/>
            <pc:sldMk cId="1092323827" sldId="290"/>
            <ac:cxnSpMk id="19" creationId="{A3720075-0E0E-0000-9E1E-78EF40DED9E1}"/>
          </ac:cxnSpMkLst>
        </pc:cxnChg>
        <pc:cxnChg chg="add mod">
          <ac:chgData name="Zong Han Law" userId="S::zonghan.law@digipen.edu::d0507cfb-45e6-4fd3-b347-af4a25973187" providerId="AD" clId="Web-{1745C10D-DE49-E2C8-33C6-D24278FD4F39}" dt="2024-10-21T07:47:14.214" v="1032" actId="14100"/>
          <ac:cxnSpMkLst>
            <pc:docMk/>
            <pc:sldMk cId="1092323827" sldId="290"/>
            <ac:cxnSpMk id="20" creationId="{E33804A6-03AA-4911-1E65-9295EFCD8A24}"/>
          </ac:cxnSpMkLst>
        </pc:cxnChg>
      </pc:sldChg>
      <pc:sldChg chg="new del">
        <pc:chgData name="Zong Han Law" userId="S::zonghan.law@digipen.edu::d0507cfb-45e6-4fd3-b347-af4a25973187" providerId="AD" clId="Web-{1745C10D-DE49-E2C8-33C6-D24278FD4F39}" dt="2024-10-21T07:22:42.189" v="835"/>
        <pc:sldMkLst>
          <pc:docMk/>
          <pc:sldMk cId="4134627863" sldId="290"/>
        </pc:sldMkLst>
      </pc:sldChg>
      <pc:sldMasterChg chg="add del addSldLayout delSldLayout">
        <pc:chgData name="Zong Han Law" userId="S::zonghan.law@digipen.edu::d0507cfb-45e6-4fd3-b347-af4a25973187" providerId="AD" clId="Web-{1745C10D-DE49-E2C8-33C6-D24278FD4F39}" dt="2024-10-21T02:16:28.164" v="209"/>
        <pc:sldMasterMkLst>
          <pc:docMk/>
          <pc:sldMasterMk cId="2460954070" sldId="2147483660"/>
        </pc:sldMasterMkLst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Zong Han Law" userId="S::zonghan.law@digipen.edu::d0507cfb-45e6-4fd3-b347-af4a25973187" providerId="AD" clId="Web-{1745C10D-DE49-E2C8-33C6-D24278FD4F39}" dt="2024-10-21T02:16:28.164" v="209"/>
        <pc:sldMasterMkLst>
          <pc:docMk/>
          <pc:sldMasterMk cId="1893105684" sldId="2147483672"/>
        </pc:sldMasterMkLst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3870063605" sldId="2147483673"/>
          </pc:sldLayoutMkLst>
        </pc:sldLayoutChg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4232423217" sldId="2147483674"/>
          </pc:sldLayoutMkLst>
        </pc:sldLayoutChg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3365498845" sldId="2147483675"/>
          </pc:sldLayoutMkLst>
        </pc:sldLayoutChg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2316321412" sldId="2147483676"/>
          </pc:sldLayoutMkLst>
        </pc:sldLayoutChg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2213924171" sldId="2147483677"/>
          </pc:sldLayoutMkLst>
        </pc:sldLayoutChg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4123701844" sldId="2147483678"/>
          </pc:sldLayoutMkLst>
        </pc:sldLayoutChg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68804232" sldId="2147483679"/>
          </pc:sldLayoutMkLst>
        </pc:sldLayoutChg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2044647342" sldId="2147483680"/>
          </pc:sldLayoutMkLst>
        </pc:sldLayoutChg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2144797572" sldId="2147483681"/>
          </pc:sldLayoutMkLst>
        </pc:sldLayoutChg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3388652183" sldId="2147483682"/>
          </pc:sldLayoutMkLst>
        </pc:sldLayoutChg>
        <pc:sldLayoutChg chg="add del mod replId">
          <pc:chgData name="Zong Han Law" userId="S::zonghan.law@digipen.edu::d0507cfb-45e6-4fd3-b347-af4a25973187" providerId="AD" clId="Web-{1745C10D-DE49-E2C8-33C6-D24278FD4F39}" dt="2024-10-21T02:16:28.164" v="209"/>
          <pc:sldLayoutMkLst>
            <pc:docMk/>
            <pc:sldMasterMk cId="1893105684" sldId="2147483672"/>
            <pc:sldLayoutMk cId="1742876483" sldId="2147483683"/>
          </pc:sldLayoutMkLst>
        </pc:sldLayoutChg>
      </pc:sldMasterChg>
    </pc:docChg>
  </pc:docChgLst>
  <pc:docChgLst>
    <pc:chgData name="Zong Han Law" userId="d0507cfb-45e6-4fd3-b347-af4a25973187" providerId="ADAL" clId="{5F8002C4-09FC-46AD-832D-CEA85FF03FD8}"/>
    <pc:docChg chg="undo custSel addSld delSld modSld sldOrd">
      <pc:chgData name="Zong Han Law" userId="d0507cfb-45e6-4fd3-b347-af4a25973187" providerId="ADAL" clId="{5F8002C4-09FC-46AD-832D-CEA85FF03FD8}" dt="2024-10-21T14:51:48.592" v="1231"/>
      <pc:docMkLst>
        <pc:docMk/>
      </pc:docMkLst>
      <pc:sldChg chg="modTransition modAnim">
        <pc:chgData name="Zong Han Law" userId="d0507cfb-45e6-4fd3-b347-af4a25973187" providerId="ADAL" clId="{5F8002C4-09FC-46AD-832D-CEA85FF03FD8}" dt="2024-10-21T14:38:01.455" v="1170"/>
        <pc:sldMkLst>
          <pc:docMk/>
          <pc:sldMk cId="3087536090" sldId="277"/>
        </pc:sldMkLst>
      </pc:sldChg>
      <pc:sldChg chg="modTransition">
        <pc:chgData name="Zong Han Law" userId="d0507cfb-45e6-4fd3-b347-af4a25973187" providerId="ADAL" clId="{5F8002C4-09FC-46AD-832D-CEA85FF03FD8}" dt="2024-10-21T14:38:27.273" v="1171"/>
        <pc:sldMkLst>
          <pc:docMk/>
          <pc:sldMk cId="2128601120" sldId="278"/>
        </pc:sldMkLst>
      </pc:sldChg>
      <pc:sldChg chg="modSp mod modTransition modAnim">
        <pc:chgData name="Zong Han Law" userId="d0507cfb-45e6-4fd3-b347-af4a25973187" providerId="ADAL" clId="{5F8002C4-09FC-46AD-832D-CEA85FF03FD8}" dt="2024-10-21T14:43:02.322" v="1209"/>
        <pc:sldMkLst>
          <pc:docMk/>
          <pc:sldMk cId="1787694342" sldId="280"/>
        </pc:sldMkLst>
        <pc:spChg chg="mod">
          <ac:chgData name="Zong Han Law" userId="d0507cfb-45e6-4fd3-b347-af4a25973187" providerId="ADAL" clId="{5F8002C4-09FC-46AD-832D-CEA85FF03FD8}" dt="2024-10-21T08:20:27.228" v="55" actId="27636"/>
          <ac:spMkLst>
            <pc:docMk/>
            <pc:sldMk cId="1787694342" sldId="280"/>
            <ac:spMk id="3" creationId="{AB0D0C9B-4847-29D7-F97A-F9A0915EEC4F}"/>
          </ac:spMkLst>
        </pc:spChg>
        <pc:spChg chg="mod">
          <ac:chgData name="Zong Han Law" userId="d0507cfb-45e6-4fd3-b347-af4a25973187" providerId="ADAL" clId="{5F8002C4-09FC-46AD-832D-CEA85FF03FD8}" dt="2024-10-21T12:08:53.436" v="1043" actId="27636"/>
          <ac:spMkLst>
            <pc:docMk/>
            <pc:sldMk cId="1787694342" sldId="280"/>
            <ac:spMk id="38" creationId="{9A4ED3EE-F942-879A-0E32-3DC661C0D6C6}"/>
          </ac:spMkLst>
        </pc:spChg>
        <pc:spChg chg="mod">
          <ac:chgData name="Zong Han Law" userId="d0507cfb-45e6-4fd3-b347-af4a25973187" providerId="ADAL" clId="{5F8002C4-09FC-46AD-832D-CEA85FF03FD8}" dt="2024-10-21T08:17:45.108" v="8" actId="27636"/>
          <ac:spMkLst>
            <pc:docMk/>
            <pc:sldMk cId="1787694342" sldId="280"/>
            <ac:spMk id="48" creationId="{0AA66C4A-3357-A86A-F44B-F3CD8C8E203D}"/>
          </ac:spMkLst>
        </pc:spChg>
      </pc:sldChg>
      <pc:sldChg chg="addSp delSp modSp mod modTransition">
        <pc:chgData name="Zong Han Law" userId="d0507cfb-45e6-4fd3-b347-af4a25973187" providerId="ADAL" clId="{5F8002C4-09FC-46AD-832D-CEA85FF03FD8}" dt="2024-10-21T14:43:53.597" v="1210"/>
        <pc:sldMkLst>
          <pc:docMk/>
          <pc:sldMk cId="1964914150" sldId="282"/>
        </pc:sldMkLst>
        <pc:spChg chg="mod">
          <ac:chgData name="Zong Han Law" userId="d0507cfb-45e6-4fd3-b347-af4a25973187" providerId="ADAL" clId="{5F8002C4-09FC-46AD-832D-CEA85FF03FD8}" dt="2024-10-21T08:20:27.502" v="57" actId="27636"/>
          <ac:spMkLst>
            <pc:docMk/>
            <pc:sldMk cId="1964914150" sldId="282"/>
            <ac:spMk id="3" creationId="{AB0D0C9B-4847-29D7-F97A-F9A0915EEC4F}"/>
          </ac:spMkLst>
        </pc:spChg>
        <pc:picChg chg="del">
          <ac:chgData name="Zong Han Law" userId="d0507cfb-45e6-4fd3-b347-af4a25973187" providerId="ADAL" clId="{5F8002C4-09FC-46AD-832D-CEA85FF03FD8}" dt="2024-10-21T12:08:49.816" v="1040" actId="478"/>
          <ac:picMkLst>
            <pc:docMk/>
            <pc:sldMk cId="1964914150" sldId="282"/>
            <ac:picMk id="4" creationId="{F1CC7528-5091-D55E-FB8A-C02D272778B1}"/>
          </ac:picMkLst>
        </pc:picChg>
        <pc:picChg chg="mod modCrop">
          <ac:chgData name="Zong Han Law" userId="d0507cfb-45e6-4fd3-b347-af4a25973187" providerId="ADAL" clId="{5F8002C4-09FC-46AD-832D-CEA85FF03FD8}" dt="2024-10-21T12:09:09.172" v="1048" actId="1076"/>
          <ac:picMkLst>
            <pc:docMk/>
            <pc:sldMk cId="1964914150" sldId="282"/>
            <ac:picMk id="5" creationId="{F3F1D67A-4D16-ACAE-46C4-B79527688E66}"/>
          </ac:picMkLst>
        </pc:picChg>
        <pc:picChg chg="del mod modCrop">
          <ac:chgData name="Zong Han Law" userId="d0507cfb-45e6-4fd3-b347-af4a25973187" providerId="ADAL" clId="{5F8002C4-09FC-46AD-832D-CEA85FF03FD8}" dt="2024-10-21T12:08:48.611" v="1039" actId="478"/>
          <ac:picMkLst>
            <pc:docMk/>
            <pc:sldMk cId="1964914150" sldId="282"/>
            <ac:picMk id="9" creationId="{7DF1E52B-6168-54CE-B6BA-6C51E45871F5}"/>
          </ac:picMkLst>
        </pc:picChg>
        <pc:picChg chg="add mod">
          <ac:chgData name="Zong Han Law" userId="d0507cfb-45e6-4fd3-b347-af4a25973187" providerId="ADAL" clId="{5F8002C4-09FC-46AD-832D-CEA85FF03FD8}" dt="2024-10-21T12:09:34.364" v="1051" actId="1076"/>
          <ac:picMkLst>
            <pc:docMk/>
            <pc:sldMk cId="1964914150" sldId="282"/>
            <ac:picMk id="14" creationId="{3DCD246A-E2E7-E890-BD8B-8788706A3385}"/>
          </ac:picMkLst>
        </pc:picChg>
        <pc:picChg chg="add mod">
          <ac:chgData name="Zong Han Law" userId="d0507cfb-45e6-4fd3-b347-af4a25973187" providerId="ADAL" clId="{5F8002C4-09FC-46AD-832D-CEA85FF03FD8}" dt="2024-10-21T12:09:12.974" v="1050" actId="1076"/>
          <ac:picMkLst>
            <pc:docMk/>
            <pc:sldMk cId="1964914150" sldId="282"/>
            <ac:picMk id="15" creationId="{EDD8155D-0CB6-D125-1970-249627BD153F}"/>
          </ac:picMkLst>
        </pc:picChg>
      </pc:sldChg>
      <pc:sldChg chg="mod modShow">
        <pc:chgData name="Zong Han Law" userId="d0507cfb-45e6-4fd3-b347-af4a25973187" providerId="ADAL" clId="{5F8002C4-09FC-46AD-832D-CEA85FF03FD8}" dt="2024-10-21T12:18:10.833" v="1061" actId="729"/>
        <pc:sldMkLst>
          <pc:docMk/>
          <pc:sldMk cId="1325259570" sldId="283"/>
        </pc:sldMkLst>
      </pc:sldChg>
      <pc:sldChg chg="modSp mod modTransition">
        <pc:chgData name="Zong Han Law" userId="d0507cfb-45e6-4fd3-b347-af4a25973187" providerId="ADAL" clId="{5F8002C4-09FC-46AD-832D-CEA85FF03FD8}" dt="2024-10-21T14:51:11.823" v="1226"/>
        <pc:sldMkLst>
          <pc:docMk/>
          <pc:sldMk cId="1527971039" sldId="286"/>
        </pc:sldMkLst>
        <pc:spChg chg="mod">
          <ac:chgData name="Zong Han Law" userId="d0507cfb-45e6-4fd3-b347-af4a25973187" providerId="ADAL" clId="{5F8002C4-09FC-46AD-832D-CEA85FF03FD8}" dt="2024-10-21T08:20:27.185" v="54" actId="27636"/>
          <ac:spMkLst>
            <pc:docMk/>
            <pc:sldMk cId="1527971039" sldId="286"/>
            <ac:spMk id="26" creationId="{4581CE52-7D58-C5B1-3F1E-FB9311DC4F77}"/>
          </ac:spMkLst>
        </pc:spChg>
        <pc:spChg chg="mod">
          <ac:chgData name="Zong Han Law" userId="d0507cfb-45e6-4fd3-b347-af4a25973187" providerId="ADAL" clId="{5F8002C4-09FC-46AD-832D-CEA85FF03FD8}" dt="2024-10-21T12:08:53.394" v="1042" actId="27636"/>
          <ac:spMkLst>
            <pc:docMk/>
            <pc:sldMk cId="1527971039" sldId="286"/>
            <ac:spMk id="27" creationId="{B7D34363-B0A9-3104-F115-F3C6B31048E7}"/>
          </ac:spMkLst>
        </pc:spChg>
      </pc:sldChg>
      <pc:sldChg chg="modSp mod modTransition">
        <pc:chgData name="Zong Han Law" userId="d0507cfb-45e6-4fd3-b347-af4a25973187" providerId="ADAL" clId="{5F8002C4-09FC-46AD-832D-CEA85FF03FD8}" dt="2024-10-21T14:48:02.423" v="1225"/>
        <pc:sldMkLst>
          <pc:docMk/>
          <pc:sldMk cId="3750453340" sldId="289"/>
        </pc:sldMkLst>
        <pc:graphicFrameChg chg="modGraphic">
          <ac:chgData name="Zong Han Law" userId="d0507cfb-45e6-4fd3-b347-af4a25973187" providerId="ADAL" clId="{5F8002C4-09FC-46AD-832D-CEA85FF03FD8}" dt="2024-10-21T14:28:54.231" v="1152" actId="20577"/>
          <ac:graphicFrameMkLst>
            <pc:docMk/>
            <pc:sldMk cId="3750453340" sldId="289"/>
            <ac:graphicFrameMk id="6" creationId="{B94BABC1-4612-A2ED-75B1-BC65ADE8A261}"/>
          </ac:graphicFrameMkLst>
        </pc:graphicFrameChg>
      </pc:sldChg>
      <pc:sldChg chg="addSp delSp modSp mod modTransition delAnim modAnim">
        <pc:chgData name="Zong Han Law" userId="d0507cfb-45e6-4fd3-b347-af4a25973187" providerId="ADAL" clId="{5F8002C4-09FC-46AD-832D-CEA85FF03FD8}" dt="2024-10-21T14:45:31.091" v="1218"/>
        <pc:sldMkLst>
          <pc:docMk/>
          <pc:sldMk cId="1092323827" sldId="290"/>
        </pc:sldMkLst>
        <pc:spChg chg="add mod">
          <ac:chgData name="Zong Han Law" userId="d0507cfb-45e6-4fd3-b347-af4a25973187" providerId="ADAL" clId="{5F8002C4-09FC-46AD-832D-CEA85FF03FD8}" dt="2024-10-21T12:50:04.185" v="1074" actId="1076"/>
          <ac:spMkLst>
            <pc:docMk/>
            <pc:sldMk cId="1092323827" sldId="290"/>
            <ac:spMk id="10" creationId="{A89793D1-CB2A-7301-B40E-3750E4483402}"/>
          </ac:spMkLst>
        </pc:spChg>
        <pc:spChg chg="del mod topLvl">
          <ac:chgData name="Zong Han Law" userId="d0507cfb-45e6-4fd3-b347-af4a25973187" providerId="ADAL" clId="{5F8002C4-09FC-46AD-832D-CEA85FF03FD8}" dt="2024-10-21T08:42:32.733" v="312" actId="478"/>
          <ac:spMkLst>
            <pc:docMk/>
            <pc:sldMk cId="1092323827" sldId="290"/>
            <ac:spMk id="11" creationId="{69539465-BC14-A9CC-011F-64B08EE7F219}"/>
          </ac:spMkLst>
        </pc:spChg>
        <pc:spChg chg="del mod topLvl">
          <ac:chgData name="Zong Han Law" userId="d0507cfb-45e6-4fd3-b347-af4a25973187" providerId="ADAL" clId="{5F8002C4-09FC-46AD-832D-CEA85FF03FD8}" dt="2024-10-21T08:42:50.558" v="318" actId="478"/>
          <ac:spMkLst>
            <pc:docMk/>
            <pc:sldMk cId="1092323827" sldId="290"/>
            <ac:spMk id="23" creationId="{E485AA55-F80F-DD26-87D7-73565343016E}"/>
          </ac:spMkLst>
        </pc:spChg>
        <pc:spChg chg="mod">
          <ac:chgData name="Zong Han Law" userId="d0507cfb-45e6-4fd3-b347-af4a25973187" providerId="ADAL" clId="{5F8002C4-09FC-46AD-832D-CEA85FF03FD8}" dt="2024-10-21T09:05:29.774" v="401" actId="1076"/>
          <ac:spMkLst>
            <pc:docMk/>
            <pc:sldMk cId="1092323827" sldId="290"/>
            <ac:spMk id="27" creationId="{7F983B6B-08A3-ABC0-809E-0BC2042CE508}"/>
          </ac:spMkLst>
        </pc:spChg>
        <pc:spChg chg="mod topLvl">
          <ac:chgData name="Zong Han Law" userId="d0507cfb-45e6-4fd3-b347-af4a25973187" providerId="ADAL" clId="{5F8002C4-09FC-46AD-832D-CEA85FF03FD8}" dt="2024-10-21T08:34:29.188" v="91" actId="165"/>
          <ac:spMkLst>
            <pc:docMk/>
            <pc:sldMk cId="1092323827" sldId="290"/>
            <ac:spMk id="31" creationId="{280D53D4-8929-8AFB-8441-B83BD2DAD943}"/>
          </ac:spMkLst>
        </pc:spChg>
        <pc:spChg chg="mod topLvl">
          <ac:chgData name="Zong Han Law" userId="d0507cfb-45e6-4fd3-b347-af4a25973187" providerId="ADAL" clId="{5F8002C4-09FC-46AD-832D-CEA85FF03FD8}" dt="2024-10-21T08:34:29.188" v="91" actId="165"/>
          <ac:spMkLst>
            <pc:docMk/>
            <pc:sldMk cId="1092323827" sldId="290"/>
            <ac:spMk id="32" creationId="{85AF39E4-4BFB-C220-24FE-0F74280B9797}"/>
          </ac:spMkLst>
        </pc:spChg>
        <pc:spChg chg="mod topLvl">
          <ac:chgData name="Zong Han Law" userId="d0507cfb-45e6-4fd3-b347-af4a25973187" providerId="ADAL" clId="{5F8002C4-09FC-46AD-832D-CEA85FF03FD8}" dt="2024-10-21T08:34:44.511" v="92" actId="165"/>
          <ac:spMkLst>
            <pc:docMk/>
            <pc:sldMk cId="1092323827" sldId="290"/>
            <ac:spMk id="34" creationId="{72516AF1-58E5-077E-4420-9B86E57F0F9A}"/>
          </ac:spMkLst>
        </pc:spChg>
        <pc:spChg chg="mod topLvl">
          <ac:chgData name="Zong Han Law" userId="d0507cfb-45e6-4fd3-b347-af4a25973187" providerId="ADAL" clId="{5F8002C4-09FC-46AD-832D-CEA85FF03FD8}" dt="2024-10-21T08:34:44.511" v="92" actId="165"/>
          <ac:spMkLst>
            <pc:docMk/>
            <pc:sldMk cId="1092323827" sldId="290"/>
            <ac:spMk id="35" creationId="{44DF621F-2F48-C6EB-39D4-12ED1AB5B27D}"/>
          </ac:spMkLst>
        </pc:spChg>
        <pc:spChg chg="del mod">
          <ac:chgData name="Zong Han Law" userId="d0507cfb-45e6-4fd3-b347-af4a25973187" providerId="ADAL" clId="{5F8002C4-09FC-46AD-832D-CEA85FF03FD8}" dt="2024-10-21T08:53:19.538" v="340" actId="478"/>
          <ac:spMkLst>
            <pc:docMk/>
            <pc:sldMk cId="1092323827" sldId="290"/>
            <ac:spMk id="36" creationId="{4C605D4C-A0F0-BB03-A430-BDC53F88CD4A}"/>
          </ac:spMkLst>
        </pc:spChg>
        <pc:grpChg chg="add del mod">
          <ac:chgData name="Zong Han Law" userId="d0507cfb-45e6-4fd3-b347-af4a25973187" providerId="ADAL" clId="{5F8002C4-09FC-46AD-832D-CEA85FF03FD8}" dt="2024-10-21T08:34:29.188" v="91" actId="165"/>
          <ac:grpSpMkLst>
            <pc:docMk/>
            <pc:sldMk cId="1092323827" sldId="290"/>
            <ac:grpSpMk id="2" creationId="{1C1724C8-8F51-66B7-8526-69ABF53AFB2E}"/>
          </ac:grpSpMkLst>
        </pc:grpChg>
        <pc:grpChg chg="add del mod">
          <ac:chgData name="Zong Han Law" userId="d0507cfb-45e6-4fd3-b347-af4a25973187" providerId="ADAL" clId="{5F8002C4-09FC-46AD-832D-CEA85FF03FD8}" dt="2024-10-21T08:34:44.511" v="92" actId="165"/>
          <ac:grpSpMkLst>
            <pc:docMk/>
            <pc:sldMk cId="1092323827" sldId="290"/>
            <ac:grpSpMk id="4" creationId="{6F101C2C-8C27-00C6-804C-830F06B2FAF9}"/>
          </ac:grpSpMkLst>
        </pc:grpChg>
        <pc:picChg chg="add del mod modCrop">
          <ac:chgData name="Zong Han Law" userId="d0507cfb-45e6-4fd3-b347-af4a25973187" providerId="ADAL" clId="{5F8002C4-09FC-46AD-832D-CEA85FF03FD8}" dt="2024-10-21T08:41:31.856" v="288" actId="478"/>
          <ac:picMkLst>
            <pc:docMk/>
            <pc:sldMk cId="1092323827" sldId="290"/>
            <ac:picMk id="6" creationId="{4A54EA44-6735-DC5D-54B4-8BEEAB97BF36}"/>
          </ac:picMkLst>
        </pc:picChg>
        <pc:picChg chg="mod">
          <ac:chgData name="Zong Han Law" userId="d0507cfb-45e6-4fd3-b347-af4a25973187" providerId="ADAL" clId="{5F8002C4-09FC-46AD-832D-CEA85FF03FD8}" dt="2024-10-21T08:40:07.247" v="124" actId="14100"/>
          <ac:picMkLst>
            <pc:docMk/>
            <pc:sldMk cId="1092323827" sldId="290"/>
            <ac:picMk id="7" creationId="{ECA0B9CE-90BA-8B31-75D6-CBF579C20895}"/>
          </ac:picMkLst>
        </pc:picChg>
        <pc:picChg chg="add mod modCrop">
          <ac:chgData name="Zong Han Law" userId="d0507cfb-45e6-4fd3-b347-af4a25973187" providerId="ADAL" clId="{5F8002C4-09FC-46AD-832D-CEA85FF03FD8}" dt="2024-10-21T08:42:43.907" v="315" actId="1076"/>
          <ac:picMkLst>
            <pc:docMk/>
            <pc:sldMk cId="1092323827" sldId="290"/>
            <ac:picMk id="8" creationId="{B8514CCE-D778-EFCF-9140-D3BFFBAB3500}"/>
          </ac:picMkLst>
        </pc:picChg>
        <pc:picChg chg="add mod">
          <ac:chgData name="Zong Han Law" userId="d0507cfb-45e6-4fd3-b347-af4a25973187" providerId="ADAL" clId="{5F8002C4-09FC-46AD-832D-CEA85FF03FD8}" dt="2024-10-21T08:42:53.752" v="319" actId="1076"/>
          <ac:picMkLst>
            <pc:docMk/>
            <pc:sldMk cId="1092323827" sldId="290"/>
            <ac:picMk id="9" creationId="{B0B01C38-6B9F-2129-F961-00C520FAF38A}"/>
          </ac:picMkLst>
        </pc:picChg>
      </pc:sldChg>
      <pc:sldChg chg="addSp delSp modSp add mod modTransition modAnim">
        <pc:chgData name="Zong Han Law" userId="d0507cfb-45e6-4fd3-b347-af4a25973187" providerId="ADAL" clId="{5F8002C4-09FC-46AD-832D-CEA85FF03FD8}" dt="2024-10-21T14:45:45.563" v="1219"/>
        <pc:sldMkLst>
          <pc:docMk/>
          <pc:sldMk cId="816327198" sldId="291"/>
        </pc:sldMkLst>
        <pc:spChg chg="add mod ord">
          <ac:chgData name="Zong Han Law" userId="d0507cfb-45e6-4fd3-b347-af4a25973187" providerId="ADAL" clId="{5F8002C4-09FC-46AD-832D-CEA85FF03FD8}" dt="2024-10-21T10:01:08.269" v="773" actId="1076"/>
          <ac:spMkLst>
            <pc:docMk/>
            <pc:sldMk cId="816327198" sldId="291"/>
            <ac:spMk id="2" creationId="{FA925B8F-1B7C-7482-40DD-75FDB30564B4}"/>
          </ac:spMkLst>
        </pc:spChg>
        <pc:spChg chg="add mod ord">
          <ac:chgData name="Zong Han Law" userId="d0507cfb-45e6-4fd3-b347-af4a25973187" providerId="ADAL" clId="{5F8002C4-09FC-46AD-832D-CEA85FF03FD8}" dt="2024-10-21T09:55:27.797" v="756" actId="167"/>
          <ac:spMkLst>
            <pc:docMk/>
            <pc:sldMk cId="816327198" sldId="291"/>
            <ac:spMk id="4" creationId="{2FCA7AF5-7505-2C04-636B-674D8E0232B0}"/>
          </ac:spMkLst>
        </pc:spChg>
        <pc:spChg chg="add mod ord">
          <ac:chgData name="Zong Han Law" userId="d0507cfb-45e6-4fd3-b347-af4a25973187" providerId="ADAL" clId="{5F8002C4-09FC-46AD-832D-CEA85FF03FD8}" dt="2024-10-21T09:55:55.777" v="760" actId="14100"/>
          <ac:spMkLst>
            <pc:docMk/>
            <pc:sldMk cId="816327198" sldId="291"/>
            <ac:spMk id="6" creationId="{D75B4E26-28CD-B450-7CE4-D61B61AF357F}"/>
          </ac:spMkLst>
        </pc:spChg>
        <pc:spChg chg="add mod">
          <ac:chgData name="Zong Han Law" userId="d0507cfb-45e6-4fd3-b347-af4a25973187" providerId="ADAL" clId="{5F8002C4-09FC-46AD-832D-CEA85FF03FD8}" dt="2024-10-21T10:02:33.934" v="784" actId="1076"/>
          <ac:spMkLst>
            <pc:docMk/>
            <pc:sldMk cId="816327198" sldId="291"/>
            <ac:spMk id="7" creationId="{8F7E6848-0D4F-F7FC-2956-1BDE89927485}"/>
          </ac:spMkLst>
        </pc:spChg>
        <pc:spChg chg="add del mod">
          <ac:chgData name="Zong Han Law" userId="d0507cfb-45e6-4fd3-b347-af4a25973187" providerId="ADAL" clId="{5F8002C4-09FC-46AD-832D-CEA85FF03FD8}" dt="2024-10-21T10:02:20.502" v="778" actId="478"/>
          <ac:spMkLst>
            <pc:docMk/>
            <pc:sldMk cId="816327198" sldId="291"/>
            <ac:spMk id="10" creationId="{B948B965-F41B-7A31-75A1-5F3D1377761E}"/>
          </ac:spMkLst>
        </pc:spChg>
        <pc:spChg chg="add mod">
          <ac:chgData name="Zong Han Law" userId="d0507cfb-45e6-4fd3-b347-af4a25973187" providerId="ADAL" clId="{5F8002C4-09FC-46AD-832D-CEA85FF03FD8}" dt="2024-10-21T10:02:28.477" v="781" actId="1076"/>
          <ac:spMkLst>
            <pc:docMk/>
            <pc:sldMk cId="816327198" sldId="291"/>
            <ac:spMk id="11" creationId="{3410BA59-6075-4057-6533-43692216225F}"/>
          </ac:spMkLst>
        </pc:spChg>
        <pc:spChg chg="add mod">
          <ac:chgData name="Zong Han Law" userId="d0507cfb-45e6-4fd3-b347-af4a25973187" providerId="ADAL" clId="{5F8002C4-09FC-46AD-832D-CEA85FF03FD8}" dt="2024-10-21T10:02:32.011" v="783" actId="1076"/>
          <ac:spMkLst>
            <pc:docMk/>
            <pc:sldMk cId="816327198" sldId="291"/>
            <ac:spMk id="12" creationId="{A5F05E6B-EF0F-0E36-B57B-4C2CDBAF15D0}"/>
          </ac:spMkLst>
        </pc:spChg>
        <pc:spChg chg="add del">
          <ac:chgData name="Zong Han Law" userId="d0507cfb-45e6-4fd3-b347-af4a25973187" providerId="ADAL" clId="{5F8002C4-09FC-46AD-832D-CEA85FF03FD8}" dt="2024-10-21T10:04:26.919" v="786" actId="478"/>
          <ac:spMkLst>
            <pc:docMk/>
            <pc:sldMk cId="816327198" sldId="291"/>
            <ac:spMk id="14" creationId="{301ED765-4942-AABB-23F6-A72560FDBFC2}"/>
          </ac:spMkLst>
        </pc:spChg>
        <pc:spChg chg="add mod">
          <ac:chgData name="Zong Han Law" userId="d0507cfb-45e6-4fd3-b347-af4a25973187" providerId="ADAL" clId="{5F8002C4-09FC-46AD-832D-CEA85FF03FD8}" dt="2024-10-21T10:05:35.343" v="810" actId="1076"/>
          <ac:spMkLst>
            <pc:docMk/>
            <pc:sldMk cId="816327198" sldId="291"/>
            <ac:spMk id="18" creationId="{EB786B10-A3D0-3A1F-BAD5-7233225E734B}"/>
          </ac:spMkLst>
        </pc:spChg>
        <pc:spChg chg="add mod">
          <ac:chgData name="Zong Han Law" userId="d0507cfb-45e6-4fd3-b347-af4a25973187" providerId="ADAL" clId="{5F8002C4-09FC-46AD-832D-CEA85FF03FD8}" dt="2024-10-21T10:15:46.322" v="907" actId="1076"/>
          <ac:spMkLst>
            <pc:docMk/>
            <pc:sldMk cId="816327198" sldId="291"/>
            <ac:spMk id="21" creationId="{1973B05D-06F0-EC20-78C6-568C34825E08}"/>
          </ac:spMkLst>
        </pc:spChg>
        <pc:spChg chg="add mod">
          <ac:chgData name="Zong Han Law" userId="d0507cfb-45e6-4fd3-b347-af4a25973187" providerId="ADAL" clId="{5F8002C4-09FC-46AD-832D-CEA85FF03FD8}" dt="2024-10-21T12:50:17.808" v="1077" actId="1076"/>
          <ac:spMkLst>
            <pc:docMk/>
            <pc:sldMk cId="816327198" sldId="291"/>
            <ac:spMk id="23" creationId="{55841C47-A35E-A69B-16AF-F2D2AD7C1529}"/>
          </ac:spMkLst>
        </pc:spChg>
      </pc:sldChg>
      <pc:sldChg chg="delSp add del mod delAnim">
        <pc:chgData name="Zong Han Law" userId="d0507cfb-45e6-4fd3-b347-af4a25973187" providerId="ADAL" clId="{5F8002C4-09FC-46AD-832D-CEA85FF03FD8}" dt="2024-10-21T10:29:10.471" v="990" actId="2696"/>
        <pc:sldMkLst>
          <pc:docMk/>
          <pc:sldMk cId="346679422" sldId="292"/>
        </pc:sldMkLst>
        <pc:spChg chg="del">
          <ac:chgData name="Zong Han Law" userId="d0507cfb-45e6-4fd3-b347-af4a25973187" providerId="ADAL" clId="{5F8002C4-09FC-46AD-832D-CEA85FF03FD8}" dt="2024-10-21T10:29:01.636" v="987" actId="478"/>
          <ac:spMkLst>
            <pc:docMk/>
            <pc:sldMk cId="346679422" sldId="292"/>
            <ac:spMk id="7" creationId="{8F7E6848-0D4F-F7FC-2956-1BDE89927485}"/>
          </ac:spMkLst>
        </pc:spChg>
        <pc:spChg chg="del">
          <ac:chgData name="Zong Han Law" userId="d0507cfb-45e6-4fd3-b347-af4a25973187" providerId="ADAL" clId="{5F8002C4-09FC-46AD-832D-CEA85FF03FD8}" dt="2024-10-21T10:29:01.241" v="986" actId="478"/>
          <ac:spMkLst>
            <pc:docMk/>
            <pc:sldMk cId="346679422" sldId="292"/>
            <ac:spMk id="11" creationId="{3410BA59-6075-4057-6533-43692216225F}"/>
          </ac:spMkLst>
        </pc:spChg>
        <pc:spChg chg="del">
          <ac:chgData name="Zong Han Law" userId="d0507cfb-45e6-4fd3-b347-af4a25973187" providerId="ADAL" clId="{5F8002C4-09FC-46AD-832D-CEA85FF03FD8}" dt="2024-10-21T10:29:00.644" v="985" actId="478"/>
          <ac:spMkLst>
            <pc:docMk/>
            <pc:sldMk cId="346679422" sldId="292"/>
            <ac:spMk id="12" creationId="{A5F05E6B-EF0F-0E36-B57B-4C2CDBAF15D0}"/>
          </ac:spMkLst>
        </pc:spChg>
        <pc:picChg chg="del">
          <ac:chgData name="Zong Han Law" userId="d0507cfb-45e6-4fd3-b347-af4a25973187" providerId="ADAL" clId="{5F8002C4-09FC-46AD-832D-CEA85FF03FD8}" dt="2024-10-21T10:29:04.353" v="989" actId="478"/>
          <ac:picMkLst>
            <pc:docMk/>
            <pc:sldMk cId="346679422" sldId="292"/>
            <ac:picMk id="8" creationId="{B8514CCE-D778-EFCF-9140-D3BFFBAB3500}"/>
          </ac:picMkLst>
        </pc:picChg>
        <pc:picChg chg="del">
          <ac:chgData name="Zong Han Law" userId="d0507cfb-45e6-4fd3-b347-af4a25973187" providerId="ADAL" clId="{5F8002C4-09FC-46AD-832D-CEA85FF03FD8}" dt="2024-10-21T10:29:03.277" v="988" actId="478"/>
          <ac:picMkLst>
            <pc:docMk/>
            <pc:sldMk cId="346679422" sldId="292"/>
            <ac:picMk id="9" creationId="{B0B01C38-6B9F-2129-F961-00C520FAF38A}"/>
          </ac:picMkLst>
        </pc:picChg>
      </pc:sldChg>
      <pc:sldChg chg="addSp delSp modSp add mod ord modTransition modNotesTx">
        <pc:chgData name="Zong Han Law" userId="d0507cfb-45e6-4fd3-b347-af4a25973187" providerId="ADAL" clId="{5F8002C4-09FC-46AD-832D-CEA85FF03FD8}" dt="2024-10-21T14:45:57.913" v="1220"/>
        <pc:sldMkLst>
          <pc:docMk/>
          <pc:sldMk cId="3500102038" sldId="292"/>
        </pc:sldMkLst>
        <pc:spChg chg="add mod">
          <ac:chgData name="Zong Han Law" userId="d0507cfb-45e6-4fd3-b347-af4a25973187" providerId="ADAL" clId="{5F8002C4-09FC-46AD-832D-CEA85FF03FD8}" dt="2024-10-21T12:22:00.478" v="1071" actId="1076"/>
          <ac:spMkLst>
            <pc:docMk/>
            <pc:sldMk cId="3500102038" sldId="292"/>
            <ac:spMk id="2" creationId="{2E98358F-65E5-6DFE-8804-A62D3B19FB25}"/>
          </ac:spMkLst>
        </pc:spChg>
        <pc:spChg chg="del">
          <ac:chgData name="Zong Han Law" userId="d0507cfb-45e6-4fd3-b347-af4a25973187" providerId="ADAL" clId="{5F8002C4-09FC-46AD-832D-CEA85FF03FD8}" dt="2024-10-21T10:29:21.568" v="994" actId="478"/>
          <ac:spMkLst>
            <pc:docMk/>
            <pc:sldMk cId="3500102038" sldId="292"/>
            <ac:spMk id="4" creationId="{7AD49828-8E5F-DB02-C736-49026353B9AA}"/>
          </ac:spMkLst>
        </pc:spChg>
        <pc:spChg chg="del mod">
          <ac:chgData name="Zong Han Law" userId="d0507cfb-45e6-4fd3-b347-af4a25973187" providerId="ADAL" clId="{5F8002C4-09FC-46AD-832D-CEA85FF03FD8}" dt="2024-10-21T10:29:24.308" v="996" actId="478"/>
          <ac:spMkLst>
            <pc:docMk/>
            <pc:sldMk cId="3500102038" sldId="292"/>
            <ac:spMk id="6" creationId="{AAF0457A-D9D7-4E6B-ABD9-26A30A29491B}"/>
          </ac:spMkLst>
        </pc:spChg>
        <pc:spChg chg="del">
          <ac:chgData name="Zong Han Law" userId="d0507cfb-45e6-4fd3-b347-af4a25973187" providerId="ADAL" clId="{5F8002C4-09FC-46AD-832D-CEA85FF03FD8}" dt="2024-10-21T10:29:25.376" v="997" actId="478"/>
          <ac:spMkLst>
            <pc:docMk/>
            <pc:sldMk cId="3500102038" sldId="292"/>
            <ac:spMk id="8" creationId="{CDF7138A-04D7-16FE-DB26-97B9032E41B2}"/>
          </ac:spMkLst>
        </pc:spChg>
      </pc:sldChg>
      <pc:sldChg chg="addSp modSp mod modTransition modAnim">
        <pc:chgData name="Zong Han Law" userId="d0507cfb-45e6-4fd3-b347-af4a25973187" providerId="ADAL" clId="{5F8002C4-09FC-46AD-832D-CEA85FF03FD8}" dt="2024-10-21T14:44:32.148" v="1217"/>
        <pc:sldMkLst>
          <pc:docMk/>
          <pc:sldMk cId="294258422" sldId="293"/>
        </pc:sldMkLst>
        <pc:spChg chg="add mod">
          <ac:chgData name="Zong Han Law" userId="d0507cfb-45e6-4fd3-b347-af4a25973187" providerId="ADAL" clId="{5F8002C4-09FC-46AD-832D-CEA85FF03FD8}" dt="2024-10-21T14:35:07.025" v="1157" actId="207"/>
          <ac:spMkLst>
            <pc:docMk/>
            <pc:sldMk cId="294258422" sldId="293"/>
            <ac:spMk id="2" creationId="{CAEB6F83-6A5E-0A16-A3D9-D242536493A4}"/>
          </ac:spMkLst>
        </pc:spChg>
        <pc:picChg chg="mod modCrop">
          <ac:chgData name="Zong Han Law" userId="d0507cfb-45e6-4fd3-b347-af4a25973187" providerId="ADAL" clId="{5F8002C4-09FC-46AD-832D-CEA85FF03FD8}" dt="2024-10-21T12:10:14.778" v="1056" actId="732"/>
          <ac:picMkLst>
            <pc:docMk/>
            <pc:sldMk cId="294258422" sldId="293"/>
            <ac:picMk id="41" creationId="{2734C716-7849-42BF-4390-924F71D67629}"/>
          </ac:picMkLst>
        </pc:picChg>
        <pc:picChg chg="mod modCrop">
          <ac:chgData name="Zong Han Law" userId="d0507cfb-45e6-4fd3-b347-af4a25973187" providerId="ADAL" clId="{5F8002C4-09FC-46AD-832D-CEA85FF03FD8}" dt="2024-10-21T12:10:33.228" v="1060" actId="732"/>
          <ac:picMkLst>
            <pc:docMk/>
            <pc:sldMk cId="294258422" sldId="293"/>
            <ac:picMk id="55" creationId="{BD11CDCD-56C5-EC01-273D-9849DF8050B0}"/>
          </ac:picMkLst>
        </pc:picChg>
      </pc:sldChg>
      <pc:sldChg chg="modTransition">
        <pc:chgData name="Zong Han Law" userId="d0507cfb-45e6-4fd3-b347-af4a25973187" providerId="ADAL" clId="{5F8002C4-09FC-46AD-832D-CEA85FF03FD8}" dt="2024-10-21T14:46:08.044" v="1221"/>
        <pc:sldMkLst>
          <pc:docMk/>
          <pc:sldMk cId="3954920172" sldId="294"/>
        </pc:sldMkLst>
      </pc:sldChg>
      <pc:sldChg chg="modTransition">
        <pc:chgData name="Zong Han Law" userId="d0507cfb-45e6-4fd3-b347-af4a25973187" providerId="ADAL" clId="{5F8002C4-09FC-46AD-832D-CEA85FF03FD8}" dt="2024-10-21T14:47:41.608" v="1224"/>
        <pc:sldMkLst>
          <pc:docMk/>
          <pc:sldMk cId="371648416" sldId="295"/>
        </pc:sldMkLst>
      </pc:sldChg>
      <pc:sldChg chg="modTransition modAnim">
        <pc:chgData name="Zong Han Law" userId="d0507cfb-45e6-4fd3-b347-af4a25973187" providerId="ADAL" clId="{5F8002C4-09FC-46AD-832D-CEA85FF03FD8}" dt="2024-10-21T14:46:21.910" v="1222"/>
        <pc:sldMkLst>
          <pc:docMk/>
          <pc:sldMk cId="3283848011" sldId="296"/>
        </pc:sldMkLst>
      </pc:sldChg>
      <pc:sldChg chg="modTransition">
        <pc:chgData name="Zong Han Law" userId="d0507cfb-45e6-4fd3-b347-af4a25973187" providerId="ADAL" clId="{5F8002C4-09FC-46AD-832D-CEA85FF03FD8}" dt="2024-10-21T14:51:14.927" v="1227"/>
        <pc:sldMkLst>
          <pc:docMk/>
          <pc:sldMk cId="2493741567" sldId="297"/>
        </pc:sldMkLst>
      </pc:sldChg>
      <pc:sldChg chg="modTransition">
        <pc:chgData name="Zong Han Law" userId="d0507cfb-45e6-4fd3-b347-af4a25973187" providerId="ADAL" clId="{5F8002C4-09FC-46AD-832D-CEA85FF03FD8}" dt="2024-10-21T14:51:48.592" v="1231"/>
        <pc:sldMkLst>
          <pc:docMk/>
          <pc:sldMk cId="3467473938" sldId="298"/>
        </pc:sldMkLst>
      </pc:sldChg>
    </pc:docChg>
  </pc:docChgLst>
  <pc:docChgLst>
    <pc:chgData name="Muhammad Nur Fadzly BIN ZULKIFLI" userId="493c6823-4367-4460-83e5-12988eee07d0" providerId="ADAL" clId="{FF6E5346-1355-4378-AD80-E03181977510}"/>
    <pc:docChg chg="undo custSel addSld modSld addMainMaster delMainMaster">
      <pc:chgData name="Muhammad Nur Fadzly BIN ZULKIFLI" userId="493c6823-4367-4460-83e5-12988eee07d0" providerId="ADAL" clId="{FF6E5346-1355-4378-AD80-E03181977510}" dt="2024-10-14T06:51:59.459" v="42" actId="26606"/>
      <pc:docMkLst>
        <pc:docMk/>
      </pc:docMkLst>
      <pc:sldChg chg="addSp delSp modSp mod modMedia setBg modClrScheme delAnim chgLayout">
        <pc:chgData name="Muhammad Nur Fadzly BIN ZULKIFLI" userId="493c6823-4367-4460-83e5-12988eee07d0" providerId="ADAL" clId="{FF6E5346-1355-4378-AD80-E03181977510}" dt="2024-10-14T06:51:59.459" v="42" actId="26606"/>
        <pc:sldMkLst>
          <pc:docMk/>
          <pc:sldMk cId="109857222" sldId="256"/>
        </pc:sldMkLst>
        <pc:spChg chg="mod">
          <ac:chgData name="Muhammad Nur Fadzly BIN ZULKIFLI" userId="493c6823-4367-4460-83e5-12988eee07d0" providerId="ADAL" clId="{FF6E5346-1355-4378-AD80-E03181977510}" dt="2024-10-14T06:51:59.459" v="42" actId="2660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uhammad Nur Fadzly BIN ZULKIFLI" userId="493c6823-4367-4460-83e5-12988eee07d0" providerId="ADAL" clId="{FF6E5346-1355-4378-AD80-E03181977510}" dt="2024-10-14T06:51:59.459" v="42" actId="26606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">
        <pc:chgData name="Muhammad Nur Fadzly BIN ZULKIFLI" userId="493c6823-4367-4460-83e5-12988eee07d0" providerId="ADAL" clId="{FF6E5346-1355-4378-AD80-E03181977510}" dt="2024-10-14T06:31:39.916" v="38" actId="20577"/>
        <pc:sldMkLst>
          <pc:docMk/>
          <pc:sldMk cId="3636437885" sldId="257"/>
        </pc:sldMkLst>
      </pc:sldChg>
      <pc:sldMasterChg chg="add del addSldLayout delSldLayout">
        <pc:chgData name="Muhammad Nur Fadzly BIN ZULKIFLI" userId="493c6823-4367-4460-83e5-12988eee07d0" providerId="ADAL" clId="{FF6E5346-1355-4378-AD80-E03181977510}" dt="2024-10-14T05:30:47.330" v="3" actId="26606"/>
        <pc:sldMasterMkLst>
          <pc:docMk/>
          <pc:sldMasterMk cId="2460954070" sldId="2147483660"/>
        </pc:sldMasterMkLst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replId addSldLayout delSldLayout">
        <pc:chgData name="Muhammad Nur Fadzly BIN ZULKIFLI" userId="493c6823-4367-4460-83e5-12988eee07d0" providerId="ADAL" clId="{FF6E5346-1355-4378-AD80-E03181977510}" dt="2024-10-14T05:30:47.330" v="3" actId="26606"/>
        <pc:sldMasterMkLst>
          <pc:docMk/>
          <pc:sldMasterMk cId="863758659" sldId="2147483672"/>
        </pc:sldMasterMkLst>
        <pc:sldLayoutChg chg="add del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4215806839" sldId="2147483673"/>
          </pc:sldLayoutMkLst>
        </pc:sldLayoutChg>
        <pc:sldLayoutChg chg="add del replId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550474868" sldId="2147483674"/>
          </pc:sldLayoutMkLst>
        </pc:sldLayoutChg>
        <pc:sldLayoutChg chg="add del replId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161530150" sldId="2147483675"/>
          </pc:sldLayoutMkLst>
        </pc:sldLayoutChg>
        <pc:sldLayoutChg chg="add del replId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3070076384" sldId="2147483676"/>
          </pc:sldLayoutMkLst>
        </pc:sldLayoutChg>
        <pc:sldLayoutChg chg="add del replId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1276598000" sldId="2147483677"/>
          </pc:sldLayoutMkLst>
        </pc:sldLayoutChg>
        <pc:sldLayoutChg chg="add del replId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1355714443" sldId="2147483678"/>
          </pc:sldLayoutMkLst>
        </pc:sldLayoutChg>
        <pc:sldLayoutChg chg="add del replId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3703487001" sldId="2147483679"/>
          </pc:sldLayoutMkLst>
        </pc:sldLayoutChg>
        <pc:sldLayoutChg chg="add del replId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1475648178" sldId="2147483680"/>
          </pc:sldLayoutMkLst>
        </pc:sldLayoutChg>
        <pc:sldLayoutChg chg="add del replId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1179612191" sldId="2147483681"/>
          </pc:sldLayoutMkLst>
        </pc:sldLayoutChg>
        <pc:sldLayoutChg chg="add del replId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1046653966" sldId="2147483682"/>
          </pc:sldLayoutMkLst>
        </pc:sldLayoutChg>
        <pc:sldLayoutChg chg="add del replId">
          <pc:chgData name="Muhammad Nur Fadzly BIN ZULKIFLI" userId="493c6823-4367-4460-83e5-12988eee07d0" providerId="ADAL" clId="{FF6E5346-1355-4378-AD80-E03181977510}" dt="2024-10-14T05:30:47.330" v="3" actId="26606"/>
          <pc:sldLayoutMkLst>
            <pc:docMk/>
            <pc:sldMasterMk cId="863758659" sldId="2147483672"/>
            <pc:sldLayoutMk cId="3167234459" sldId="2147483683"/>
          </pc:sldLayoutMkLst>
        </pc:sldLayoutChg>
      </pc:sldMasterChg>
    </pc:docChg>
  </pc:docChgLst>
  <pc:docChgLst>
    <pc:chgData name="Anjana Rajendran" userId="2b35223b-f25b-4023-b7f4-37cc28c8d0a5" providerId="ADAL" clId="{11805456-4F24-774F-9F12-F6919C342E2D}"/>
    <pc:docChg chg="custSel modSld">
      <pc:chgData name="Anjana Rajendran" userId="2b35223b-f25b-4023-b7f4-37cc28c8d0a5" providerId="ADAL" clId="{11805456-4F24-774F-9F12-F6919C342E2D}" dt="2024-10-14T06:44:29.587" v="723" actId="1076"/>
      <pc:docMkLst>
        <pc:docMk/>
      </pc:docMkLst>
      <pc:sldChg chg="modSp mod">
        <pc:chgData name="Anjana Rajendran" userId="2b35223b-f25b-4023-b7f4-37cc28c8d0a5" providerId="ADAL" clId="{11805456-4F24-774F-9F12-F6919C342E2D}" dt="2024-10-14T05:29:43.295" v="30" actId="20577"/>
        <pc:sldMkLst>
          <pc:docMk/>
          <pc:sldMk cId="109857222" sldId="256"/>
        </pc:sldMkLst>
        <pc:spChg chg="mod">
          <ac:chgData name="Anjana Rajendran" userId="2b35223b-f25b-4023-b7f4-37cc28c8d0a5" providerId="ADAL" clId="{11805456-4F24-774F-9F12-F6919C342E2D}" dt="2024-10-14T05:29:37.997" v="1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jana Rajendran" userId="2b35223b-f25b-4023-b7f4-37cc28c8d0a5" providerId="ADAL" clId="{11805456-4F24-774F-9F12-F6919C342E2D}" dt="2024-10-14T05:29:43.295" v="3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">
        <pc:chgData name="Anjana Rajendran" userId="2b35223b-f25b-4023-b7f4-37cc28c8d0a5" providerId="ADAL" clId="{11805456-4F24-774F-9F12-F6919C342E2D}" dt="2024-10-14T06:44:29.587" v="723" actId="1076"/>
        <pc:sldMkLst>
          <pc:docMk/>
          <pc:sldMk cId="277357952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4B0D2-BFA9-4EFD-9E2A-21C08914E650}" type="datetimeFigureOut"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C0FCB-A11C-405A-8420-B01F554E1C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72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C0FCB-A11C-405A-8420-B01F554E1C63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0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C0FCB-A11C-405A-8420-B01F554E1C63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02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C0FCB-A11C-405A-8420-B01F554E1C63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08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Shop to purchase - active, passive buffs, NPCs and barriers.</a:t>
            </a: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Barrier – type of buff (higher level = stronger barrier and more quantity).</a:t>
            </a:r>
            <a:endParaRPr lang="en-US">
              <a:cs typeface="Calibri"/>
            </a:endParaRP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Passive buffs – health up, damage up, fire rate up.</a:t>
            </a:r>
            <a:endParaRPr lang="en-US">
              <a:cs typeface="Calibri"/>
            </a:endParaRP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Active buffs – Makeshift Foil, Foil Repair, Adhesive Shots, Smart Pistol, Spiked Foil.</a:t>
            </a:r>
            <a:endParaRPr lang="en-US">
              <a:cs typeface="Calibri"/>
            </a:endParaRP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NPCs – variants of different NPCs, stronger ones require more 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C0FCB-A11C-405A-8420-B01F554E1C63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57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Shop to purchase - active, passive buffs, NPCs and barriers.</a:t>
            </a: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Barrier – type of buff (higher level = stronger barrier and more quantity).</a:t>
            </a:r>
            <a:endParaRPr lang="en-US">
              <a:cs typeface="Calibri"/>
            </a:endParaRP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Passive buffs – health up, damage up, fire rate up.</a:t>
            </a:r>
            <a:endParaRPr lang="en-US">
              <a:cs typeface="Calibri"/>
            </a:endParaRP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Active buffs – Makeshift Foil, Foil Repair, Adhesive Shots, Smart Pistol, Spiked Foil.</a:t>
            </a:r>
            <a:endParaRPr lang="en-US">
              <a:cs typeface="Calibri"/>
            </a:endParaRP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NPCs – variants of different NPCs, stronger ones require more 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C0FCB-A11C-405A-8420-B01F554E1C63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70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cs typeface="Calibri"/>
              </a:rPr>
              <a:t>Player presses the key to quick-build a barricade, use cursor to guide the game where to 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cs typeface="Calibri"/>
              </a:rPr>
              <a:t>Slight delay when left click is registered, represented by the falling animation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cs typeface="Calibri"/>
              </a:rPr>
              <a:t>Once down, the barricade can withstand numerous hits from enemies (health and damage based)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cs typeface="Calibri"/>
              </a:rPr>
              <a:t>After taking hits more than it can withstand, it will break, allowing enemies through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C0FCB-A11C-405A-8420-B01F554E1C63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57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Risk: A star pathfinding algorithm</a:t>
            </a:r>
            <a:br>
              <a:rPr lang="en-US">
                <a:cs typeface="+mn-lt"/>
              </a:rPr>
            </a:br>
            <a:r>
              <a:rPr lang="en-US">
                <a:cs typeface="Calibri"/>
              </a:rPr>
              <a:t>Mitigations: Enemy does not detour and moving towards direction of player or defense target, destroying every barriers that blocks the way.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Risk: Boss Attack Mechanism</a:t>
            </a:r>
          </a:p>
          <a:p>
            <a:r>
              <a:rPr lang="en-US">
                <a:cs typeface="Calibri"/>
              </a:rPr>
              <a:t>Mitigations: Increase the stats of boss and only focus on melee attack.</a:t>
            </a: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C0FCB-A11C-405A-8420-B01F554E1C63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33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Risk: A star pathfinding algorithm</a:t>
            </a:r>
            <a:br>
              <a:rPr lang="en-US">
                <a:cs typeface="+mn-lt"/>
              </a:rPr>
            </a:br>
            <a:r>
              <a:rPr lang="en-US">
                <a:cs typeface="Calibri"/>
              </a:rPr>
              <a:t>Mitigations: Enemy does not detour and moving towards direction of player or defense target, destroying every barriers that blocks the way.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Risk: Boss Attack Mechanism</a:t>
            </a:r>
          </a:p>
          <a:p>
            <a:r>
              <a:rPr lang="en-US">
                <a:cs typeface="Calibri"/>
              </a:rPr>
              <a:t>Mitigations: Increase the stats of boss and only focus on melee attack.</a:t>
            </a: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C0FCB-A11C-405A-8420-B01F554E1C63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01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gif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gi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and black pixelated cloud&#10;&#10;Description automatically generated">
            <a:extLst>
              <a:ext uri="{FF2B5EF4-FFF2-40B4-BE49-F238E27FC236}">
                <a16:creationId xmlns:a16="http://schemas.microsoft.com/office/drawing/2014/main" id="{EEB59F99-13BB-F0D4-2C33-A2A2963D9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69" y="1407685"/>
            <a:ext cx="1657214" cy="828607"/>
          </a:xfrm>
          <a:prstGeom prst="rect">
            <a:avLst/>
          </a:prstGeom>
        </p:spPr>
      </p:pic>
      <p:pic>
        <p:nvPicPr>
          <p:cNvPr id="19" name="Picture 18" descr="A brown and green pixelated surface&#10;&#10;Description automatically generated with medium confidence">
            <a:extLst>
              <a:ext uri="{FF2B5EF4-FFF2-40B4-BE49-F238E27FC236}">
                <a16:creationId xmlns:a16="http://schemas.microsoft.com/office/drawing/2014/main" id="{6EAEFCC2-3A96-E735-C9A4-8F3A67C25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290" y="5334000"/>
            <a:ext cx="9525000" cy="1524000"/>
          </a:xfrm>
          <a:prstGeom prst="rect">
            <a:avLst/>
          </a:prstGeom>
        </p:spPr>
      </p:pic>
      <p:pic>
        <p:nvPicPr>
          <p:cNvPr id="16" name="Picture 15" descr="A brown and green pixelated surface&#10;&#10;Description automatically generated with medium confidence">
            <a:extLst>
              <a:ext uri="{FF2B5EF4-FFF2-40B4-BE49-F238E27FC236}">
                <a16:creationId xmlns:a16="http://schemas.microsoft.com/office/drawing/2014/main" id="{ECC53334-049D-D68C-7124-D4EFC5933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9414" y="5334000"/>
            <a:ext cx="9525000" cy="152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335BD0-B521-E454-B10D-7FDCD1137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4319" y="499589"/>
            <a:ext cx="8363361" cy="232876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7200" b="1" kern="1200">
                <a:ln w="38100">
                  <a:solidFill>
                    <a:schemeClr val="tx1"/>
                  </a:solidFill>
                </a:ln>
                <a:solidFill>
                  <a:schemeClr val="accent2">
                    <a:lumMod val="49000"/>
                  </a:schemeClr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CHOCO SURVIVOR</a:t>
            </a:r>
            <a:endParaRPr lang="en-US" sz="7200">
              <a:ln w="38100">
                <a:solidFill>
                  <a:schemeClr val="tx1"/>
                </a:solidFill>
              </a:ln>
              <a:latin typeface="Press Start 2P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162D8-52AD-1216-3A5C-BC74A90B82DB}"/>
              </a:ext>
            </a:extLst>
          </p:cNvPr>
          <p:cNvSpPr txBox="1"/>
          <p:nvPr/>
        </p:nvSpPr>
        <p:spPr>
          <a:xfrm>
            <a:off x="5061100" y="2711003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scadia Mono" panose="020B0609020000020004" pitchFamily="49" charset="0"/>
                <a:cs typeface="Cascadia Mono" panose="020B0609020000020004" pitchFamily="49" charset="0"/>
              </a:rPr>
              <a:t>BY CHOCO LATTE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3A868-40EF-BD74-8F5A-99DFF43A3CE2}"/>
              </a:ext>
            </a:extLst>
          </p:cNvPr>
          <p:cNvSpPr txBox="1"/>
          <p:nvPr/>
        </p:nvSpPr>
        <p:spPr>
          <a:xfrm>
            <a:off x="3732982" y="5565383"/>
            <a:ext cx="4726032" cy="120032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Pixelify Sans" pitchFamily="2" charset="0"/>
              </a:rPr>
              <a:t>TEAM MEMBERS: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Pixelify Sans" pitchFamily="2" charset="0"/>
                <a:cs typeface="Cascadia Mono" panose="020B0609020000020004" pitchFamily="49" charset="0"/>
              </a:rPr>
              <a:t>Law </a:t>
            </a:r>
            <a:r>
              <a:rPr lang="en-US" sz="1800" err="1">
                <a:solidFill>
                  <a:schemeClr val="bg1"/>
                </a:solidFill>
                <a:latin typeface="Pixelify Sans" pitchFamily="2" charset="0"/>
                <a:cs typeface="Cascadia Mono" panose="020B0609020000020004" pitchFamily="49" charset="0"/>
              </a:rPr>
              <a:t>Zong</a:t>
            </a:r>
            <a:r>
              <a:rPr lang="en-US" sz="1800">
                <a:solidFill>
                  <a:schemeClr val="bg1"/>
                </a:solidFill>
                <a:latin typeface="Pixelify Sans" pitchFamily="2" charset="0"/>
                <a:cs typeface="Cascadia Mono" panose="020B0609020000020004" pitchFamily="49" charset="0"/>
              </a:rPr>
              <a:t> Han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Pixelify Sans" pitchFamily="2" charset="0"/>
                <a:cs typeface="Cascadia Mono" panose="020B0609020000020004" pitchFamily="49" charset="0"/>
              </a:rPr>
              <a:t>Muhammad Nur Fadzly Bin </a:t>
            </a:r>
            <a:r>
              <a:rPr lang="en-US" sz="1800" err="1">
                <a:solidFill>
                  <a:schemeClr val="bg1"/>
                </a:solidFill>
                <a:latin typeface="Pixelify Sans" pitchFamily="2" charset="0"/>
                <a:cs typeface="Cascadia Mono" panose="020B0609020000020004" pitchFamily="49" charset="0"/>
              </a:rPr>
              <a:t>Zulkifli</a:t>
            </a:r>
            <a:endParaRPr lang="en-US" sz="1800">
              <a:solidFill>
                <a:schemeClr val="bg1"/>
              </a:solidFill>
              <a:latin typeface="Pixelify Sans" pitchFamily="2" charset="0"/>
              <a:cs typeface="Cascadia Mono" panose="020B0609020000020004" pitchFamily="49" charset="0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Pixelify Sans" pitchFamily="2" charset="0"/>
                <a:cs typeface="Cascadia Mono" panose="020B0609020000020004" pitchFamily="49" charset="0"/>
              </a:rPr>
              <a:t>Dalton Koh</a:t>
            </a:r>
          </a:p>
        </p:txBody>
      </p:sp>
      <p:pic>
        <p:nvPicPr>
          <p:cNvPr id="11" name="Picture 10" descr="A green rectangle with black border&#10;&#10;Description automatically generated">
            <a:extLst>
              <a:ext uri="{FF2B5EF4-FFF2-40B4-BE49-F238E27FC236}">
                <a16:creationId xmlns:a16="http://schemas.microsoft.com/office/drawing/2014/main" id="{01F7E48A-8D38-92A3-3B81-D4C34C96C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750" y="3757634"/>
            <a:ext cx="2410496" cy="7231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2FA898-9E7C-E702-BCEE-BC8B22590D33}"/>
              </a:ext>
            </a:extLst>
          </p:cNvPr>
          <p:cNvSpPr txBox="1"/>
          <p:nvPr/>
        </p:nvSpPr>
        <p:spPr>
          <a:xfrm>
            <a:off x="4935826" y="3919153"/>
            <a:ext cx="241049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>
                <a:latin typeface="Press Start 2P"/>
              </a:rPr>
              <a:t>START</a:t>
            </a:r>
          </a:p>
        </p:txBody>
      </p:sp>
      <p:pic>
        <p:nvPicPr>
          <p:cNvPr id="6" name="Picture 5" descr="A white and black pixelated cloud&#10;&#10;Description automatically generated">
            <a:extLst>
              <a:ext uri="{FF2B5EF4-FFF2-40B4-BE49-F238E27FC236}">
                <a16:creationId xmlns:a16="http://schemas.microsoft.com/office/drawing/2014/main" id="{97757E31-6263-BC17-BE4C-D7610F3AB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08" y="344545"/>
            <a:ext cx="2286000" cy="1143000"/>
          </a:xfrm>
          <a:prstGeom prst="rect">
            <a:avLst/>
          </a:prstGeom>
        </p:spPr>
      </p:pic>
      <p:pic>
        <p:nvPicPr>
          <p:cNvPr id="8" name="Picture 7" descr="A cartoon bug on a black background&#10;&#10;Description automatically generated">
            <a:extLst>
              <a:ext uri="{FF2B5EF4-FFF2-40B4-BE49-F238E27FC236}">
                <a16:creationId xmlns:a16="http://schemas.microsoft.com/office/drawing/2014/main" id="{0298CB19-BCC7-3A53-DB2E-2CB88E7AAC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651" t="30389" r="48020" b="34034"/>
          <a:stretch/>
        </p:blipFill>
        <p:spPr>
          <a:xfrm flipH="1">
            <a:off x="2006731" y="4482458"/>
            <a:ext cx="630242" cy="1027129"/>
          </a:xfrm>
          <a:prstGeom prst="rect">
            <a:avLst/>
          </a:prstGeom>
        </p:spPr>
      </p:pic>
      <p:pic>
        <p:nvPicPr>
          <p:cNvPr id="9" name="Picture 8" descr="A cartoon bug on a black background&#10;&#10;Description automatically generated">
            <a:extLst>
              <a:ext uri="{FF2B5EF4-FFF2-40B4-BE49-F238E27FC236}">
                <a16:creationId xmlns:a16="http://schemas.microsoft.com/office/drawing/2014/main" id="{525B013D-E114-B101-76DB-81A9D4BEF3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651" t="30389" r="48020" b="34034"/>
          <a:stretch/>
        </p:blipFill>
        <p:spPr>
          <a:xfrm flipH="1">
            <a:off x="2517719" y="4482458"/>
            <a:ext cx="630242" cy="102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87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3FA62C-D31B-DA32-3B5F-122D9B261C5B}"/>
              </a:ext>
            </a:extLst>
          </p:cNvPr>
          <p:cNvSpPr txBox="1">
            <a:spLocks/>
          </p:cNvSpPr>
          <p:nvPr/>
        </p:nvSpPr>
        <p:spPr>
          <a:xfrm>
            <a:off x="1914319" y="345045"/>
            <a:ext cx="8363361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/>
                <a:cs typeface="Dreaming Outloud Pro"/>
              </a:rPr>
              <a:t>INSPIRATION</a:t>
            </a:r>
            <a:endParaRPr lang="en-US" sz="5400">
              <a:ln w="38100">
                <a:solidFill>
                  <a:prstClr val="black"/>
                </a:solidFill>
              </a:ln>
              <a:solidFill>
                <a:schemeClr val="bg1"/>
              </a:solidFill>
              <a:latin typeface="Press Start 2P"/>
              <a:cs typeface="Dreaming Outloud Pro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CD6CB2-0154-0B1F-E37D-91E82C9BE5F5}"/>
              </a:ext>
            </a:extLst>
          </p:cNvPr>
          <p:cNvGrpSpPr/>
          <p:nvPr/>
        </p:nvGrpSpPr>
        <p:grpSpPr>
          <a:xfrm>
            <a:off x="4848101" y="1751389"/>
            <a:ext cx="2545556" cy="4641678"/>
            <a:chOff x="5017294" y="1485900"/>
            <a:chExt cx="2545556" cy="464167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287DC5-460E-FC95-5F10-473E61439ED2}"/>
                </a:ext>
              </a:extLst>
            </p:cNvPr>
            <p:cNvSpPr/>
            <p:nvPr/>
          </p:nvSpPr>
          <p:spPr>
            <a:xfrm>
              <a:off x="5055394" y="1523579"/>
              <a:ext cx="2471737" cy="456507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446522-C8DA-64F0-7DD5-A2E9CDC2524D}"/>
                </a:ext>
              </a:extLst>
            </p:cNvPr>
            <p:cNvSpPr/>
            <p:nvPr/>
          </p:nvSpPr>
          <p:spPr>
            <a:xfrm>
              <a:off x="5057775" y="1523579"/>
              <a:ext cx="2423932" cy="45166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59FC1B-CE9A-FD60-D7CD-D20027BBC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96659" y="1558345"/>
              <a:ext cx="2385048" cy="4481848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B93E04-CF5C-04DC-1FF0-B4265D39A6BF}"/>
                </a:ext>
              </a:extLst>
            </p:cNvPr>
            <p:cNvSpPr/>
            <p:nvPr/>
          </p:nvSpPr>
          <p:spPr>
            <a:xfrm>
              <a:off x="5017294" y="1485900"/>
              <a:ext cx="2545556" cy="4641678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pic>
        <p:nvPicPr>
          <p:cNvPr id="1026" name="Picture 2" descr="Habby">
            <a:extLst>
              <a:ext uri="{FF2B5EF4-FFF2-40B4-BE49-F238E27FC236}">
                <a16:creationId xmlns:a16="http://schemas.microsoft.com/office/drawing/2014/main" id="{7A895AF9-72C6-4988-5620-CC2F6E482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128" y="970242"/>
            <a:ext cx="2315669" cy="1006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536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1914319" y="345045"/>
            <a:ext cx="8363361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THEME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Press Start 2P" panose="00000500000000000000" pitchFamily="2" charset="0"/>
            </a:endParaRPr>
          </a:p>
        </p:txBody>
      </p:sp>
      <p:pic>
        <p:nvPicPr>
          <p:cNvPr id="11" name="Picture 10" descr="A white rectangle with black text&#10;&#10;Description automatically generated">
            <a:extLst>
              <a:ext uri="{FF2B5EF4-FFF2-40B4-BE49-F238E27FC236}">
                <a16:creationId xmlns:a16="http://schemas.microsoft.com/office/drawing/2014/main" id="{26438450-58E5-1417-17A6-18BC19B7E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58" y="1543011"/>
            <a:ext cx="5036781" cy="1275134"/>
          </a:xfrm>
          <a:prstGeom prst="rect">
            <a:avLst/>
          </a:prstGeom>
        </p:spPr>
      </p:pic>
      <p:pic>
        <p:nvPicPr>
          <p:cNvPr id="17" name="Picture 16" descr="A black and white rectangle with black text&#10;&#10;Description automatically generated">
            <a:extLst>
              <a:ext uri="{FF2B5EF4-FFF2-40B4-BE49-F238E27FC236}">
                <a16:creationId xmlns:a16="http://schemas.microsoft.com/office/drawing/2014/main" id="{C1B240BF-5EF8-CB49-2D4D-B17D54645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08" y="4544754"/>
            <a:ext cx="6334066" cy="1229916"/>
          </a:xfrm>
          <a:prstGeom prst="rect">
            <a:avLst/>
          </a:prstGeom>
        </p:spPr>
      </p:pic>
      <p:pic>
        <p:nvPicPr>
          <p:cNvPr id="19" name="Picture 18" descr="A white and black text&#10;&#10;Description automatically generated">
            <a:extLst>
              <a:ext uri="{FF2B5EF4-FFF2-40B4-BE49-F238E27FC236}">
                <a16:creationId xmlns:a16="http://schemas.microsoft.com/office/drawing/2014/main" id="{CB2A6967-28D3-EBAA-9FFF-4AFA5DC2B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668" y="2965862"/>
            <a:ext cx="5525908" cy="133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0112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1914319" y="345045"/>
            <a:ext cx="8363361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PRODUCT 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rgbClr val="7D340D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VISION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rgbClr val="7D340D"/>
              </a:solidFill>
              <a:latin typeface="Press Start 2P" panose="00000500000000000000" pitchFamily="2" charset="0"/>
            </a:endParaRPr>
          </a:p>
        </p:txBody>
      </p:sp>
      <p:pic>
        <p:nvPicPr>
          <p:cNvPr id="25" name="Picture 24" descr="An orange arrow pointing to the left&#10;&#10;Description automatically generated">
            <a:extLst>
              <a:ext uri="{FF2B5EF4-FFF2-40B4-BE49-F238E27FC236}">
                <a16:creationId xmlns:a16="http://schemas.microsoft.com/office/drawing/2014/main" id="{A8554086-D997-E525-F8B9-BD313EA5D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83612" y="3404325"/>
            <a:ext cx="503071" cy="480205"/>
          </a:xfrm>
          <a:prstGeom prst="rect">
            <a:avLst/>
          </a:prstGeom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CC793BC-FA87-C1AC-C0BA-647BDDEFD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5952" y="3213571"/>
            <a:ext cx="1071190" cy="430857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>
                <a:solidFill>
                  <a:srgbClr val="7D340D"/>
                </a:solidFill>
                <a:latin typeface="Pixelify Sans"/>
              </a:rPr>
              <a:t>Play</a:t>
            </a:r>
            <a:endParaRPr lang="en-US" sz="2000">
              <a:solidFill>
                <a:srgbClr val="7D340D"/>
              </a:solidFill>
              <a:latin typeface="Pixelify Sans" pitchFamily="2" charset="0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CB339534-1127-CE04-765A-28BD824AA761}"/>
              </a:ext>
            </a:extLst>
          </p:cNvPr>
          <p:cNvSpPr txBox="1">
            <a:spLocks/>
          </p:cNvSpPr>
          <p:nvPr/>
        </p:nvSpPr>
        <p:spPr>
          <a:xfrm>
            <a:off x="3492205" y="4016928"/>
            <a:ext cx="1181316" cy="602650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>
                <a:solidFill>
                  <a:srgbClr val="7D340D"/>
                </a:solidFill>
                <a:latin typeface="Pixelify Sans"/>
              </a:rPr>
              <a:t>Kill &amp; Defend</a:t>
            </a:r>
            <a:endParaRPr lang="en-US" sz="2000">
              <a:solidFill>
                <a:srgbClr val="7D340D"/>
              </a:solidFill>
              <a:latin typeface="Pixelify Sans" pitchFamily="2" charset="0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DC1E4C7-A27A-725D-A136-A76EEF56C041}"/>
              </a:ext>
            </a:extLst>
          </p:cNvPr>
          <p:cNvSpPr txBox="1">
            <a:spLocks/>
          </p:cNvSpPr>
          <p:nvPr/>
        </p:nvSpPr>
        <p:spPr>
          <a:xfrm>
            <a:off x="1231734" y="4098920"/>
            <a:ext cx="1071191" cy="438665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>
                <a:solidFill>
                  <a:srgbClr val="7D340D"/>
                </a:solidFill>
                <a:latin typeface="Pixelify Sans"/>
              </a:rPr>
              <a:t>Die</a:t>
            </a:r>
            <a:endParaRPr lang="en-US" sz="2000">
              <a:solidFill>
                <a:srgbClr val="7D340D"/>
              </a:solidFill>
              <a:latin typeface="Pixelify Sans" pitchFamily="2" charset="0"/>
            </a:endParaRP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7BB3977-5B7F-F381-0445-DFA29D4C0FB2}"/>
              </a:ext>
            </a:extLst>
          </p:cNvPr>
          <p:cNvSpPr txBox="1">
            <a:spLocks/>
          </p:cNvSpPr>
          <p:nvPr/>
        </p:nvSpPr>
        <p:spPr>
          <a:xfrm>
            <a:off x="568281" y="1523968"/>
            <a:ext cx="4770550" cy="503071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latin typeface="Pixelify Sans"/>
              </a:rPr>
              <a:t>Simple Roguelike Shooter</a:t>
            </a:r>
            <a:endParaRPr lang="en-US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9A4ED3EE-F942-879A-0E32-3DC661C0D6C6}"/>
              </a:ext>
            </a:extLst>
          </p:cNvPr>
          <p:cNvSpPr txBox="1">
            <a:spLocks/>
          </p:cNvSpPr>
          <p:nvPr/>
        </p:nvSpPr>
        <p:spPr>
          <a:xfrm>
            <a:off x="5995117" y="1524858"/>
            <a:ext cx="5750416" cy="503071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latin typeface="Pixelify Sans"/>
              </a:rPr>
              <a:t>Stackable Player Enhancements</a:t>
            </a:r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7ACACB6-E63C-39D0-73B9-E1C9B4EE39C8}"/>
              </a:ext>
            </a:extLst>
          </p:cNvPr>
          <p:cNvGrpSpPr/>
          <p:nvPr/>
        </p:nvGrpSpPr>
        <p:grpSpPr>
          <a:xfrm>
            <a:off x="7901933" y="2250153"/>
            <a:ext cx="2179316" cy="4383777"/>
            <a:chOff x="5293406" y="1562507"/>
            <a:chExt cx="2269443" cy="456507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9B0821F-26E4-E966-1836-17F4A5608C15}"/>
                </a:ext>
              </a:extLst>
            </p:cNvPr>
            <p:cNvSpPr/>
            <p:nvPr/>
          </p:nvSpPr>
          <p:spPr>
            <a:xfrm>
              <a:off x="5315560" y="1594993"/>
              <a:ext cx="2211571" cy="449365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0C59CDD-6A27-7B18-6188-16A8AACF90B7}"/>
                </a:ext>
              </a:extLst>
            </p:cNvPr>
            <p:cNvSpPr/>
            <p:nvPr/>
          </p:nvSpPr>
          <p:spPr>
            <a:xfrm>
              <a:off x="5338831" y="1594993"/>
              <a:ext cx="2142876" cy="4445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8DB7EE9-AEC5-B4E8-438C-DD0D9E3110E1}"/>
                </a:ext>
              </a:extLst>
            </p:cNvPr>
            <p:cNvSpPr/>
            <p:nvPr/>
          </p:nvSpPr>
          <p:spPr>
            <a:xfrm>
              <a:off x="5293406" y="1562507"/>
              <a:ext cx="2269443" cy="456507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pic>
          <p:nvPicPr>
            <p:cNvPr id="39" name="Picture 38" descr="A video game screen with a horse and a horse&#10;&#10;Description automatically generated">
              <a:extLst>
                <a:ext uri="{FF2B5EF4-FFF2-40B4-BE49-F238E27FC236}">
                  <a16:creationId xmlns:a16="http://schemas.microsoft.com/office/drawing/2014/main" id="{27214F60-144E-A751-11A5-0BBC6FC0B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6931" y="1643449"/>
              <a:ext cx="2092625" cy="4396744"/>
            </a:xfrm>
            <a:prstGeom prst="rect">
              <a:avLst/>
            </a:prstGeom>
          </p:spPr>
        </p:pic>
      </p:grpSp>
      <p:pic>
        <p:nvPicPr>
          <p:cNvPr id="47" name="Picture 46" descr="An orange arrow pointing to the left&#10;&#10;Description automatically generated">
            <a:extLst>
              <a:ext uri="{FF2B5EF4-FFF2-40B4-BE49-F238E27FC236}">
                <a16:creationId xmlns:a16="http://schemas.microsoft.com/office/drawing/2014/main" id="{A1CB8FFA-C3D9-2B0F-E75A-1727163A5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678358" y="4824271"/>
            <a:ext cx="503071" cy="480205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0AA66C4A-3357-A86A-F44B-F3CD8C8E203D}"/>
              </a:ext>
            </a:extLst>
          </p:cNvPr>
          <p:cNvSpPr txBox="1">
            <a:spLocks/>
          </p:cNvSpPr>
          <p:nvPr/>
        </p:nvSpPr>
        <p:spPr>
          <a:xfrm>
            <a:off x="2302925" y="4887350"/>
            <a:ext cx="1181316" cy="653926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>
                <a:solidFill>
                  <a:srgbClr val="7D340D"/>
                </a:solidFill>
                <a:latin typeface="Pixelify Sans"/>
              </a:rPr>
              <a:t>Progress &amp; Power Up</a:t>
            </a:r>
            <a:endParaRPr lang="en-US" sz="1600">
              <a:solidFill>
                <a:srgbClr val="7D340D"/>
              </a:solidFill>
              <a:latin typeface="Pixelify Sans" pitchFamily="2" charset="0"/>
            </a:endParaRPr>
          </a:p>
        </p:txBody>
      </p:sp>
      <p:pic>
        <p:nvPicPr>
          <p:cNvPr id="49" name="Picture 48" descr="An orange arrow pointing to the left&#10;&#10;Description automatically generated">
            <a:extLst>
              <a:ext uri="{FF2B5EF4-FFF2-40B4-BE49-F238E27FC236}">
                <a16:creationId xmlns:a16="http://schemas.microsoft.com/office/drawing/2014/main" id="{17D52D21-7D52-858C-E189-0025344B2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80223" y="4812839"/>
            <a:ext cx="503071" cy="480205"/>
          </a:xfrm>
          <a:prstGeom prst="rect">
            <a:avLst/>
          </a:prstGeom>
        </p:spPr>
      </p:pic>
      <p:pic>
        <p:nvPicPr>
          <p:cNvPr id="50" name="Picture 49" descr="An orange arrow pointing to the left&#10;&#10;Description automatically generated">
            <a:extLst>
              <a:ext uri="{FF2B5EF4-FFF2-40B4-BE49-F238E27FC236}">
                <a16:creationId xmlns:a16="http://schemas.microsoft.com/office/drawing/2014/main" id="{1BF34DDC-DA3E-3033-A45E-4D38494D6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783" y="3354894"/>
            <a:ext cx="503071" cy="48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694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 animBg="1"/>
      <p:bldP spid="29" grpId="0" animBg="1"/>
      <p:bldP spid="34" grpId="0" animBg="1"/>
      <p:bldP spid="36" grpId="0" animBg="1"/>
      <p:bldP spid="38" grpId="0" animBg="1"/>
      <p:bldP spid="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UNIQUE 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rgbClr val="7D340D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SELLING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 POINT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Press Start 2P" panose="00000500000000000000" pitchFamily="2" charset="0"/>
            </a:endParaRP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7BB3977-5B7F-F381-0445-DFA29D4C0FB2}"/>
              </a:ext>
            </a:extLst>
          </p:cNvPr>
          <p:cNvSpPr txBox="1">
            <a:spLocks/>
          </p:cNvSpPr>
          <p:nvPr/>
        </p:nvSpPr>
        <p:spPr>
          <a:xfrm>
            <a:off x="896693" y="1878137"/>
            <a:ext cx="3411291" cy="1463931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57150">
            <a:solidFill>
              <a:srgbClr val="71403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>
                <a:latin typeface="Pixelify Sans"/>
              </a:rPr>
              <a:t>DEFEND YOUR </a:t>
            </a:r>
            <a:r>
              <a:rPr lang="en-US" sz="3200" b="1">
                <a:solidFill>
                  <a:srgbClr val="7D340D"/>
                </a:solidFill>
                <a:latin typeface="Pixelify Sans"/>
              </a:rPr>
              <a:t>CHOCOLATE</a:t>
            </a:r>
            <a:r>
              <a:rPr lang="en-US" sz="3200">
                <a:latin typeface="Pixelify Sans"/>
              </a:rPr>
              <a:t>!</a:t>
            </a:r>
            <a:endParaRPr lang="en-US" sz="32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6B66E1-659A-7319-77D2-991CE09D74E1}"/>
              </a:ext>
            </a:extLst>
          </p:cNvPr>
          <p:cNvGrpSpPr/>
          <p:nvPr/>
        </p:nvGrpSpPr>
        <p:grpSpPr>
          <a:xfrm>
            <a:off x="5783357" y="1419465"/>
            <a:ext cx="5962175" cy="4543453"/>
            <a:chOff x="5783357" y="1419465"/>
            <a:chExt cx="5962175" cy="454345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560C5C-5F11-8FA5-09B0-1952682DA12D}"/>
                </a:ext>
              </a:extLst>
            </p:cNvPr>
            <p:cNvSpPr/>
            <p:nvPr/>
          </p:nvSpPr>
          <p:spPr>
            <a:xfrm>
              <a:off x="5783357" y="1451797"/>
              <a:ext cx="5962175" cy="451112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CD233F-3462-2419-4C70-27A2DB9546A6}"/>
                </a:ext>
              </a:extLst>
            </p:cNvPr>
            <p:cNvSpPr/>
            <p:nvPr/>
          </p:nvSpPr>
          <p:spPr>
            <a:xfrm>
              <a:off x="5783357" y="1451797"/>
              <a:ext cx="5882974" cy="44241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9E8EC2-B40C-AFC3-3F7E-7AD4EEC51BDF}"/>
                </a:ext>
              </a:extLst>
            </p:cNvPr>
            <p:cNvSpPr/>
            <p:nvPr/>
          </p:nvSpPr>
          <p:spPr>
            <a:xfrm>
              <a:off x="5783357" y="1419465"/>
              <a:ext cx="5962175" cy="4543453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pic>
        <p:nvPicPr>
          <p:cNvPr id="10" name="Content Placeholder 3" descr="Plants vs. Zombies GOTY Edition on Steam">
            <a:extLst>
              <a:ext uri="{FF2B5EF4-FFF2-40B4-BE49-F238E27FC236}">
                <a16:creationId xmlns:a16="http://schemas.microsoft.com/office/drawing/2014/main" id="{D9CCA449-D118-448F-8A3D-C0C6FD664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4548" y="1511806"/>
            <a:ext cx="5801784" cy="4351338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4FE138-F943-2840-4AD6-A444C71C37D8}"/>
              </a:ext>
            </a:extLst>
          </p:cNvPr>
          <p:cNvSpPr txBox="1"/>
          <p:nvPr/>
        </p:nvSpPr>
        <p:spPr>
          <a:xfrm>
            <a:off x="6711921" y="6022927"/>
            <a:ext cx="4196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n w="12700">
                  <a:solidFill>
                    <a:schemeClr val="bg1"/>
                  </a:solidFill>
                </a:ln>
                <a:latin typeface="Pixelify Sans" pitchFamily="2" charset="0"/>
              </a:rPr>
              <a:t>PLANTS VS. ZOMBIES</a:t>
            </a:r>
            <a:endParaRPr lang="en-US" sz="2400" b="1">
              <a:ln w="12700">
                <a:solidFill>
                  <a:schemeClr val="bg1"/>
                </a:solidFill>
              </a:ln>
              <a:latin typeface="Pixelify Sans" pitchFamily="2" charset="0"/>
            </a:endParaRPr>
          </a:p>
        </p:txBody>
      </p:sp>
      <p:pic>
        <p:nvPicPr>
          <p:cNvPr id="5" name="Picture 4" descr="A cartoon bug on a black background&#10;&#10;Description automatically generated">
            <a:extLst>
              <a:ext uri="{FF2B5EF4-FFF2-40B4-BE49-F238E27FC236}">
                <a16:creationId xmlns:a16="http://schemas.microsoft.com/office/drawing/2014/main" id="{F3F1D67A-4D16-ACAE-46C4-B79527688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51" t="30389" r="48020" b="34034"/>
          <a:stretch/>
        </p:blipFill>
        <p:spPr>
          <a:xfrm>
            <a:off x="799173" y="4271553"/>
            <a:ext cx="966892" cy="14639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D01C2BC-03BD-E588-73F2-A2A4609F2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404" y="2633920"/>
            <a:ext cx="250266" cy="362398"/>
          </a:xfrm>
          <a:prstGeom prst="rect">
            <a:avLst/>
          </a:prstGeom>
        </p:spPr>
      </p:pic>
      <p:sp>
        <p:nvSpPr>
          <p:cNvPr id="11" name="Freeform 2">
            <a:extLst>
              <a:ext uri="{FF2B5EF4-FFF2-40B4-BE49-F238E27FC236}">
                <a16:creationId xmlns:a16="http://schemas.microsoft.com/office/drawing/2014/main" id="{0AADA7B2-64FE-DA5B-E542-394C46FEC866}"/>
              </a:ext>
            </a:extLst>
          </p:cNvPr>
          <p:cNvSpPr/>
          <p:nvPr/>
        </p:nvSpPr>
        <p:spPr>
          <a:xfrm>
            <a:off x="3004885" y="3361385"/>
            <a:ext cx="1228751" cy="1018746"/>
          </a:xfrm>
          <a:custGeom>
            <a:avLst/>
            <a:gdLst/>
            <a:ahLst/>
            <a:cxnLst/>
            <a:rect l="l" t="t" r="r" b="b"/>
            <a:pathLst>
              <a:path w="4963026" h="4114800">
                <a:moveTo>
                  <a:pt x="0" y="0"/>
                </a:moveTo>
                <a:lnTo>
                  <a:pt x="4963026" y="0"/>
                </a:lnTo>
                <a:lnTo>
                  <a:pt x="496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4" name="Picture 13" descr="A cartoon bug on a black background&#10;&#10;Description automatically generated">
            <a:extLst>
              <a:ext uri="{FF2B5EF4-FFF2-40B4-BE49-F238E27FC236}">
                <a16:creationId xmlns:a16="http://schemas.microsoft.com/office/drawing/2014/main" id="{3DCD246A-E2E7-E890-BD8B-8788706A33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51" t="30389" r="48020" b="34034"/>
          <a:stretch/>
        </p:blipFill>
        <p:spPr>
          <a:xfrm>
            <a:off x="2081306" y="4271552"/>
            <a:ext cx="966892" cy="1463931"/>
          </a:xfrm>
          <a:prstGeom prst="rect">
            <a:avLst/>
          </a:prstGeom>
        </p:spPr>
      </p:pic>
      <p:pic>
        <p:nvPicPr>
          <p:cNvPr id="15" name="Picture 14" descr="A cartoon bug on a black background&#10;&#10;Description automatically generated">
            <a:extLst>
              <a:ext uri="{FF2B5EF4-FFF2-40B4-BE49-F238E27FC236}">
                <a16:creationId xmlns:a16="http://schemas.microsoft.com/office/drawing/2014/main" id="{EDD8155D-0CB6-D125-1970-249627BD15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51" t="30389" r="48020" b="34034"/>
          <a:stretch/>
        </p:blipFill>
        <p:spPr>
          <a:xfrm>
            <a:off x="3363439" y="4271552"/>
            <a:ext cx="966892" cy="146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91415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668C98B7-803A-10EB-68A3-C83B16F98177}"/>
              </a:ext>
            </a:extLst>
          </p:cNvPr>
          <p:cNvGrpSpPr/>
          <p:nvPr/>
        </p:nvGrpSpPr>
        <p:grpSpPr>
          <a:xfrm>
            <a:off x="7841154" y="4895246"/>
            <a:ext cx="3090797" cy="866775"/>
            <a:chOff x="976714" y="4521759"/>
            <a:chExt cx="3090797" cy="866775"/>
          </a:xfrm>
        </p:grpSpPr>
        <p:pic>
          <p:nvPicPr>
            <p:cNvPr id="53" name="Picture 52" descr="A brown and green wall&#10;&#10;Description automatically generated">
              <a:extLst>
                <a:ext uri="{FF2B5EF4-FFF2-40B4-BE49-F238E27FC236}">
                  <a16:creationId xmlns:a16="http://schemas.microsoft.com/office/drawing/2014/main" id="{3E6A39A6-512F-0F31-6053-14B59277B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714" y="4521759"/>
              <a:ext cx="1609725" cy="866775"/>
            </a:xfrm>
            <a:prstGeom prst="rect">
              <a:avLst/>
            </a:prstGeom>
          </p:spPr>
        </p:pic>
        <p:pic>
          <p:nvPicPr>
            <p:cNvPr id="54" name="Picture 53" descr="A brown and green wall&#10;&#10;Description automatically generated">
              <a:extLst>
                <a:ext uri="{FF2B5EF4-FFF2-40B4-BE49-F238E27FC236}">
                  <a16:creationId xmlns:a16="http://schemas.microsoft.com/office/drawing/2014/main" id="{D94A3006-51F3-DBE8-778D-F9D8AC17E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7786" y="4521759"/>
              <a:ext cx="1609725" cy="866775"/>
            </a:xfrm>
            <a:prstGeom prst="rect">
              <a:avLst/>
            </a:prstGeom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UNIQUE 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rgbClr val="7D340D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SELLING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 POINT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Press Start 2P" panose="00000500000000000000" pitchFamily="2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39828E2-F925-2C42-1BE4-95F0BDCFFEB0}"/>
              </a:ext>
            </a:extLst>
          </p:cNvPr>
          <p:cNvSpPr txBox="1">
            <a:spLocks/>
          </p:cNvSpPr>
          <p:nvPr/>
        </p:nvSpPr>
        <p:spPr>
          <a:xfrm>
            <a:off x="2371323" y="1181117"/>
            <a:ext cx="7449354" cy="4793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DEFEND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 pitchFamily="2" charset="0"/>
                <a:cs typeface="Dreaming Outloud Pro" panose="020F0502020204030204" pitchFamily="66" charset="0"/>
              </a:rPr>
              <a:t>&amp;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 SURVIVE</a:t>
            </a:r>
            <a:endParaRPr lang="en-US" sz="2800">
              <a:ln w="19050">
                <a:solidFill>
                  <a:schemeClr val="tx1"/>
                </a:solidFill>
              </a:ln>
              <a:solidFill>
                <a:schemeClr val="bg1"/>
              </a:solidFill>
              <a:latin typeface="Pixelify Sans" pitchFamily="2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65CD1B5-F973-08D5-C36D-4EF957B68007}"/>
              </a:ext>
            </a:extLst>
          </p:cNvPr>
          <p:cNvGrpSpPr/>
          <p:nvPr/>
        </p:nvGrpSpPr>
        <p:grpSpPr>
          <a:xfrm>
            <a:off x="1260049" y="4895246"/>
            <a:ext cx="3090797" cy="866775"/>
            <a:chOff x="976714" y="4521759"/>
            <a:chExt cx="3090797" cy="866775"/>
          </a:xfrm>
        </p:grpSpPr>
        <p:pic>
          <p:nvPicPr>
            <p:cNvPr id="37" name="Picture 36" descr="A brown and green wall&#10;&#10;Description automatically generated">
              <a:extLst>
                <a:ext uri="{FF2B5EF4-FFF2-40B4-BE49-F238E27FC236}">
                  <a16:creationId xmlns:a16="http://schemas.microsoft.com/office/drawing/2014/main" id="{9B87FFD6-9968-C2DC-CA1F-CDBE31FBC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714" y="4521759"/>
              <a:ext cx="1609725" cy="866775"/>
            </a:xfrm>
            <a:prstGeom prst="rect">
              <a:avLst/>
            </a:prstGeom>
          </p:spPr>
        </p:pic>
        <p:pic>
          <p:nvPicPr>
            <p:cNvPr id="39" name="Picture 38" descr="A brown and green wall&#10;&#10;Description automatically generated">
              <a:extLst>
                <a:ext uri="{FF2B5EF4-FFF2-40B4-BE49-F238E27FC236}">
                  <a16:creationId xmlns:a16="http://schemas.microsoft.com/office/drawing/2014/main" id="{7D4A8954-8D57-93A9-B6A5-4777AF8B2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7786" y="4521759"/>
              <a:ext cx="1609725" cy="866775"/>
            </a:xfrm>
            <a:prstGeom prst="rect">
              <a:avLst/>
            </a:prstGeom>
          </p:spPr>
        </p:pic>
      </p:grpSp>
      <p:pic>
        <p:nvPicPr>
          <p:cNvPr id="45" name="Picture 44" descr="A pixelated square with black squares&#10;&#10;Description automatically generated">
            <a:extLst>
              <a:ext uri="{FF2B5EF4-FFF2-40B4-BE49-F238E27FC236}">
                <a16:creationId xmlns:a16="http://schemas.microsoft.com/office/drawing/2014/main" id="{232722E6-CFE6-6B4E-3DAB-CEA265200D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023" y="3262842"/>
            <a:ext cx="645089" cy="645089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02C89DE0-8295-5415-96A4-F4EF5F99192A}"/>
              </a:ext>
            </a:extLst>
          </p:cNvPr>
          <p:cNvSpPr txBox="1">
            <a:spLocks/>
          </p:cNvSpPr>
          <p:nvPr/>
        </p:nvSpPr>
        <p:spPr>
          <a:xfrm>
            <a:off x="575292" y="2228909"/>
            <a:ext cx="4770550" cy="503071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latin typeface="Pixelify Sans"/>
              </a:rPr>
              <a:t>Build Barricades</a:t>
            </a:r>
            <a:endParaRPr lang="en-US"/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3223F4F2-DE46-BC2E-AE4C-390CD64769DE}"/>
              </a:ext>
            </a:extLst>
          </p:cNvPr>
          <p:cNvSpPr txBox="1">
            <a:spLocks/>
          </p:cNvSpPr>
          <p:nvPr/>
        </p:nvSpPr>
        <p:spPr>
          <a:xfrm>
            <a:off x="6846158" y="2223333"/>
            <a:ext cx="4770550" cy="503071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latin typeface="Pixelify Sans"/>
              </a:rPr>
              <a:t>Deploy Allies</a:t>
            </a:r>
            <a:endParaRPr lang="en-US"/>
          </a:p>
        </p:txBody>
      </p:sp>
      <p:pic>
        <p:nvPicPr>
          <p:cNvPr id="51" name="Picture 50" descr="A cartoon of a cat&#10;&#10;Description automatically generated">
            <a:extLst>
              <a:ext uri="{FF2B5EF4-FFF2-40B4-BE49-F238E27FC236}">
                <a16:creationId xmlns:a16="http://schemas.microsoft.com/office/drawing/2014/main" id="{FEB4A958-749D-09F8-A551-F5AAF84B91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75937" y="4011002"/>
            <a:ext cx="481542" cy="866775"/>
          </a:xfrm>
          <a:prstGeom prst="rect">
            <a:avLst/>
          </a:prstGeom>
        </p:spPr>
      </p:pic>
      <p:pic>
        <p:nvPicPr>
          <p:cNvPr id="5" name="Picture 4" descr="A cartoon bug on a black background&#10;&#10;Description automatically generated">
            <a:extLst>
              <a:ext uri="{FF2B5EF4-FFF2-40B4-BE49-F238E27FC236}">
                <a16:creationId xmlns:a16="http://schemas.microsoft.com/office/drawing/2014/main" id="{F3F1D67A-4D16-ACAE-46C4-B79527688E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651" t="30389" r="48020" b="34034"/>
          <a:stretch/>
        </p:blipFill>
        <p:spPr>
          <a:xfrm flipH="1">
            <a:off x="1298519" y="3523234"/>
            <a:ext cx="1033653" cy="1565011"/>
          </a:xfrm>
          <a:prstGeom prst="rect">
            <a:avLst/>
          </a:prstGeom>
        </p:spPr>
      </p:pic>
      <p:pic>
        <p:nvPicPr>
          <p:cNvPr id="6" name="Picture 5" descr="A cartoon bug on a black background&#10;&#10;Description automatically generated">
            <a:extLst>
              <a:ext uri="{FF2B5EF4-FFF2-40B4-BE49-F238E27FC236}">
                <a16:creationId xmlns:a16="http://schemas.microsoft.com/office/drawing/2014/main" id="{01F1EE01-BDD7-6AFB-6717-49DBB6CB6B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651" t="30389" r="48020" b="34034"/>
          <a:stretch/>
        </p:blipFill>
        <p:spPr>
          <a:xfrm flipH="1">
            <a:off x="8064864" y="3523233"/>
            <a:ext cx="1033653" cy="1565011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AEB6F83-6A5E-0A16-A3D9-D242536493A4}"/>
              </a:ext>
            </a:extLst>
          </p:cNvPr>
          <p:cNvSpPr txBox="1">
            <a:spLocks/>
          </p:cNvSpPr>
          <p:nvPr/>
        </p:nvSpPr>
        <p:spPr>
          <a:xfrm>
            <a:off x="4721324" y="3841003"/>
            <a:ext cx="2767468" cy="1835880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rgbClr val="C00000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solidFill>
                  <a:schemeClr val="bg1"/>
                </a:solidFill>
                <a:latin typeface="Pixelify Sans" pitchFamily="2" charset="0"/>
              </a:rPr>
              <a:t>Keep </a:t>
            </a:r>
            <a:r>
              <a:rPr lang="en-US" err="1">
                <a:solidFill>
                  <a:schemeClr val="bg1"/>
                </a:solidFill>
                <a:latin typeface="Pixelify Sans" pitchFamily="2" charset="0"/>
              </a:rPr>
              <a:t>Chocoroaches</a:t>
            </a:r>
            <a:r>
              <a:rPr lang="en-US">
                <a:solidFill>
                  <a:schemeClr val="bg1"/>
                </a:solidFill>
                <a:latin typeface="Pixelify Sans" pitchFamily="2" charset="0"/>
              </a:rPr>
              <a:t> Away!</a:t>
            </a:r>
          </a:p>
        </p:txBody>
      </p:sp>
    </p:spTree>
    <p:extLst>
      <p:ext uri="{BB962C8B-B14F-4D97-AF65-F5344CB8AC3E}">
        <p14:creationId xmlns:p14="http://schemas.microsoft.com/office/powerpoint/2010/main" val="2942584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81481E-6 L 1.45833E-6 -0.0345 " pathEditMode="relative" rAng="0" ptsTypes="AA">
                                      <p:cBhvr>
                                        <p:cTn id="12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5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45833E-6 4.81481E-6 L 1.45833E-6 0.1449 " pathEditMode="relative" rAng="0" ptsTypes="AA">
                                      <p:cBhvr>
                                        <p:cTn id="15" dur="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245"/>
                                    </p:animMotion>
                                  </p:childTnLst>
                                  <p:subTnLst>
                                    <p:audio>
                                      <p:cMediaNode vol="24000"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85185E-6 L -0.12018 0.00208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1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GAME 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rgbClr val="7D340D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MECHANICS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rgbClr val="7D340D"/>
              </a:solidFill>
              <a:latin typeface="Press Start 2P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25BD1F-B301-6935-D2E1-BE51C1D449A3}"/>
              </a:ext>
            </a:extLst>
          </p:cNvPr>
          <p:cNvSpPr/>
          <p:nvPr/>
        </p:nvSpPr>
        <p:spPr>
          <a:xfrm>
            <a:off x="8546778" y="3854263"/>
            <a:ext cx="1019687" cy="98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Player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5E0920-4F5E-9686-ABBF-83871B3B155A}"/>
              </a:ext>
            </a:extLst>
          </p:cNvPr>
          <p:cNvGrpSpPr/>
          <p:nvPr/>
        </p:nvGrpSpPr>
        <p:grpSpPr>
          <a:xfrm>
            <a:off x="10143461" y="3310468"/>
            <a:ext cx="1268141" cy="2247898"/>
            <a:chOff x="10221072" y="3289301"/>
            <a:chExt cx="1268141" cy="224789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E00A1B5-B0BF-6373-5EC9-4153CD013995}"/>
                </a:ext>
              </a:extLst>
            </p:cNvPr>
            <p:cNvSpPr/>
            <p:nvPr/>
          </p:nvSpPr>
          <p:spPr>
            <a:xfrm>
              <a:off x="10221979" y="3298952"/>
              <a:ext cx="1267234" cy="2231146"/>
            </a:xfrm>
            <a:prstGeom prst="round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A5B146-A615-AC17-458C-7246CC24F576}"/>
                </a:ext>
              </a:extLst>
            </p:cNvPr>
            <p:cNvSpPr/>
            <p:nvPr/>
          </p:nvSpPr>
          <p:spPr>
            <a:xfrm>
              <a:off x="10221072" y="3638322"/>
              <a:ext cx="1262709" cy="1596181"/>
            </a:xfrm>
            <a:prstGeom prst="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EBF38EA-F22E-BC18-EB93-2F2665636906}"/>
                </a:ext>
              </a:extLst>
            </p:cNvPr>
            <p:cNvSpPr/>
            <p:nvPr/>
          </p:nvSpPr>
          <p:spPr>
            <a:xfrm>
              <a:off x="10221072" y="3962873"/>
              <a:ext cx="1262709" cy="968243"/>
            </a:xfrm>
            <a:prstGeom prst="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40DD8E-E19F-DCA9-F3F4-888F80172C38}"/>
                </a:ext>
              </a:extLst>
            </p:cNvPr>
            <p:cNvSpPr/>
            <p:nvPr/>
          </p:nvSpPr>
          <p:spPr>
            <a:xfrm>
              <a:off x="10221072" y="4308595"/>
              <a:ext cx="1262709" cy="333246"/>
            </a:xfrm>
            <a:prstGeom prst="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3720075-0E0E-0000-9E1E-78EF40DED9E1}"/>
                </a:ext>
              </a:extLst>
            </p:cNvPr>
            <p:cNvCxnSpPr/>
            <p:nvPr/>
          </p:nvCxnSpPr>
          <p:spPr>
            <a:xfrm flipH="1">
              <a:off x="10622278" y="3289301"/>
              <a:ext cx="4799" cy="2233786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3804A6-03AA-4911-1E65-9295EFCD8A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9722" y="3303412"/>
              <a:ext cx="4799" cy="223378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Heart 24">
            <a:extLst>
              <a:ext uri="{FF2B5EF4-FFF2-40B4-BE49-F238E27FC236}">
                <a16:creationId xmlns:a16="http://schemas.microsoft.com/office/drawing/2014/main" id="{5235475F-344B-91A1-8677-264E7037771C}"/>
              </a:ext>
            </a:extLst>
          </p:cNvPr>
          <p:cNvSpPr/>
          <p:nvPr/>
        </p:nvSpPr>
        <p:spPr>
          <a:xfrm>
            <a:off x="8544119" y="3507174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Heart 25">
            <a:extLst>
              <a:ext uri="{FF2B5EF4-FFF2-40B4-BE49-F238E27FC236}">
                <a16:creationId xmlns:a16="http://schemas.microsoft.com/office/drawing/2014/main" id="{289FD264-CFB5-E776-73DF-1C830BE16277}"/>
              </a:ext>
            </a:extLst>
          </p:cNvPr>
          <p:cNvSpPr/>
          <p:nvPr/>
        </p:nvSpPr>
        <p:spPr>
          <a:xfrm>
            <a:off x="8911008" y="3507174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Heart 26">
            <a:extLst>
              <a:ext uri="{FF2B5EF4-FFF2-40B4-BE49-F238E27FC236}">
                <a16:creationId xmlns:a16="http://schemas.microsoft.com/office/drawing/2014/main" id="{7F983B6B-08A3-ABC0-809E-0BC2042CE508}"/>
              </a:ext>
            </a:extLst>
          </p:cNvPr>
          <p:cNvSpPr/>
          <p:nvPr/>
        </p:nvSpPr>
        <p:spPr>
          <a:xfrm>
            <a:off x="9277897" y="3507174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Heart 27">
            <a:extLst>
              <a:ext uri="{FF2B5EF4-FFF2-40B4-BE49-F238E27FC236}">
                <a16:creationId xmlns:a16="http://schemas.microsoft.com/office/drawing/2014/main" id="{CE62DD9D-1175-0B77-FC47-C27C55F119A6}"/>
              </a:ext>
            </a:extLst>
          </p:cNvPr>
          <p:cNvSpPr/>
          <p:nvPr/>
        </p:nvSpPr>
        <p:spPr>
          <a:xfrm>
            <a:off x="10272730" y="2942729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Heart 28">
            <a:extLst>
              <a:ext uri="{FF2B5EF4-FFF2-40B4-BE49-F238E27FC236}">
                <a16:creationId xmlns:a16="http://schemas.microsoft.com/office/drawing/2014/main" id="{A2C63334-D87E-EA84-ACC1-1CDECF860D53}"/>
              </a:ext>
            </a:extLst>
          </p:cNvPr>
          <p:cNvSpPr/>
          <p:nvPr/>
        </p:nvSpPr>
        <p:spPr>
          <a:xfrm>
            <a:off x="10639619" y="2942729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Heart 29">
            <a:extLst>
              <a:ext uri="{FF2B5EF4-FFF2-40B4-BE49-F238E27FC236}">
                <a16:creationId xmlns:a16="http://schemas.microsoft.com/office/drawing/2014/main" id="{635477FF-F145-D372-3BEE-8B6624B0A707}"/>
              </a:ext>
            </a:extLst>
          </p:cNvPr>
          <p:cNvSpPr/>
          <p:nvPr/>
        </p:nvSpPr>
        <p:spPr>
          <a:xfrm>
            <a:off x="11006508" y="2942729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Heart 30">
            <a:extLst>
              <a:ext uri="{FF2B5EF4-FFF2-40B4-BE49-F238E27FC236}">
                <a16:creationId xmlns:a16="http://schemas.microsoft.com/office/drawing/2014/main" id="{280D53D4-8929-8AFB-8441-B83BD2DAD943}"/>
              </a:ext>
            </a:extLst>
          </p:cNvPr>
          <p:cNvSpPr/>
          <p:nvPr/>
        </p:nvSpPr>
        <p:spPr>
          <a:xfrm>
            <a:off x="945285" y="2575840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Heart 31">
            <a:extLst>
              <a:ext uri="{FF2B5EF4-FFF2-40B4-BE49-F238E27FC236}">
                <a16:creationId xmlns:a16="http://schemas.microsoft.com/office/drawing/2014/main" id="{85AF39E4-4BFB-C220-24FE-0F74280B9797}"/>
              </a:ext>
            </a:extLst>
          </p:cNvPr>
          <p:cNvSpPr/>
          <p:nvPr/>
        </p:nvSpPr>
        <p:spPr>
          <a:xfrm>
            <a:off x="1276896" y="2575840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Heart 33">
            <a:extLst>
              <a:ext uri="{FF2B5EF4-FFF2-40B4-BE49-F238E27FC236}">
                <a16:creationId xmlns:a16="http://schemas.microsoft.com/office/drawing/2014/main" id="{72516AF1-58E5-077E-4420-9B86E57F0F9A}"/>
              </a:ext>
            </a:extLst>
          </p:cNvPr>
          <p:cNvSpPr/>
          <p:nvPr/>
        </p:nvSpPr>
        <p:spPr>
          <a:xfrm>
            <a:off x="931174" y="4466729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Heart 34">
            <a:extLst>
              <a:ext uri="{FF2B5EF4-FFF2-40B4-BE49-F238E27FC236}">
                <a16:creationId xmlns:a16="http://schemas.microsoft.com/office/drawing/2014/main" id="{44DF621F-2F48-C6EB-39D4-12ED1AB5B27D}"/>
              </a:ext>
            </a:extLst>
          </p:cNvPr>
          <p:cNvSpPr/>
          <p:nvPr/>
        </p:nvSpPr>
        <p:spPr>
          <a:xfrm>
            <a:off x="1262785" y="4466729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artoon bug on a black background">
            <a:extLst>
              <a:ext uri="{FF2B5EF4-FFF2-40B4-BE49-F238E27FC236}">
                <a16:creationId xmlns:a16="http://schemas.microsoft.com/office/drawing/2014/main" id="{B8514CCE-D778-EFCF-9140-D3BFFBAB35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21" t="31548" r="45408" b="34640"/>
          <a:stretch/>
        </p:blipFill>
        <p:spPr>
          <a:xfrm flipH="1">
            <a:off x="679696" y="2854232"/>
            <a:ext cx="1194400" cy="1305883"/>
          </a:xfrm>
          <a:prstGeom prst="rect">
            <a:avLst/>
          </a:prstGeom>
        </p:spPr>
      </p:pic>
      <p:pic>
        <p:nvPicPr>
          <p:cNvPr id="9" name="Picture 8" descr="A cartoon bug on a black background">
            <a:extLst>
              <a:ext uri="{FF2B5EF4-FFF2-40B4-BE49-F238E27FC236}">
                <a16:creationId xmlns:a16="http://schemas.microsoft.com/office/drawing/2014/main" id="{B0B01C38-6B9F-2129-F961-00C520FAF3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21" t="31548" r="45408" b="34640"/>
          <a:stretch/>
        </p:blipFill>
        <p:spPr>
          <a:xfrm flipH="1">
            <a:off x="679696" y="4731267"/>
            <a:ext cx="1194400" cy="130588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9793D1-CB2A-7301-B40E-3750E4483402}"/>
              </a:ext>
            </a:extLst>
          </p:cNvPr>
          <p:cNvSpPr/>
          <p:nvPr/>
        </p:nvSpPr>
        <p:spPr>
          <a:xfrm>
            <a:off x="3027102" y="1750544"/>
            <a:ext cx="6050645" cy="380782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b="1">
                <a:latin typeface="Pixelify Sans" pitchFamily="2" charset="0"/>
              </a:rPr>
              <a:t>GAME OVER!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DC63A-F12D-E401-C480-F3BC51F7798A}"/>
              </a:ext>
            </a:extLst>
          </p:cNvPr>
          <p:cNvSpPr txBox="1">
            <a:spLocks/>
          </p:cNvSpPr>
          <p:nvPr/>
        </p:nvSpPr>
        <p:spPr>
          <a:xfrm>
            <a:off x="2371323" y="1181117"/>
            <a:ext cx="7449354" cy="4793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LOSE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 pitchFamily="2" charset="0"/>
                <a:cs typeface="Dreaming Outloud Pro" panose="020F0502020204030204" pitchFamily="66" charset="0"/>
              </a:rPr>
              <a:t>CONDITIONS</a:t>
            </a:r>
            <a:endParaRPr lang="en-US" sz="2800">
              <a:ln w="19050">
                <a:solidFill>
                  <a:schemeClr val="tx1"/>
                </a:solidFill>
              </a:ln>
              <a:solidFill>
                <a:srgbClr val="7D340D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323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44444E-6 L -0.25 4.44444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4.81481E-6 L -0.25 0.25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2.22222E-6 L -0.25 0.25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-4.81481E-6 L -0.25 0.25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-4.44444E-6 L -0.25 0.25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0.25 L -3.95833E-6 0.25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0.25 L 0 0.25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0.25 L 1.04167E-6 0.25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0.25 L -4.58333E-6 0.25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64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0.25 L 1.45833E-6 -4.07407E-6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5 L 0 -2.96296E-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25 L -1.66667E-6 4.07407E-6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25 L -2.5E-6 -4.81481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59259E-6 L 0.57148 0.11991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568" y="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7037E-6 L 0.7026 0.02338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30" y="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3" grpId="3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8" grpId="0" animBg="1"/>
      <p:bldP spid="29" grpId="0" animBg="1"/>
      <p:bldP spid="30" grpId="0" animBg="1"/>
      <p:bldP spid="31" grpId="0" animBg="1"/>
      <p:bldP spid="31" grpId="1" animBg="1"/>
      <p:bldP spid="32" grpId="0" animBg="1"/>
      <p:bldP spid="32" grpId="1" animBg="1"/>
      <p:bldP spid="34" grpId="0" animBg="1"/>
      <p:bldP spid="34" grpId="1" animBg="1"/>
      <p:bldP spid="35" grpId="0" animBg="1"/>
      <p:bldP spid="35" grpId="1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925B8F-1B7C-7482-40DD-75FDB30564B4}"/>
              </a:ext>
            </a:extLst>
          </p:cNvPr>
          <p:cNvSpPr/>
          <p:nvPr/>
        </p:nvSpPr>
        <p:spPr>
          <a:xfrm>
            <a:off x="7478232" y="6431422"/>
            <a:ext cx="4441899" cy="2645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/>
              <a:t>Buff Meter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CA7AF5-7505-2C04-636B-674D8E0232B0}"/>
              </a:ext>
            </a:extLst>
          </p:cNvPr>
          <p:cNvSpPr/>
          <p:nvPr/>
        </p:nvSpPr>
        <p:spPr>
          <a:xfrm>
            <a:off x="3023690" y="6414977"/>
            <a:ext cx="4441898" cy="264538"/>
          </a:xfrm>
          <a:prstGeom prst="round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5B4E26-28CD-B450-7CE4-D61B61AF357F}"/>
              </a:ext>
            </a:extLst>
          </p:cNvPr>
          <p:cNvSpPr/>
          <p:nvPr/>
        </p:nvSpPr>
        <p:spPr>
          <a:xfrm>
            <a:off x="3011046" y="6414977"/>
            <a:ext cx="4454542" cy="264538"/>
          </a:xfrm>
          <a:prstGeom prst="roundRect">
            <a:avLst/>
          </a:prstGeom>
          <a:solidFill>
            <a:srgbClr val="83C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GAME 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rgbClr val="7D340D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MECHANICS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rgbClr val="7D340D"/>
              </a:solidFill>
              <a:latin typeface="Press Start 2P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25BD1F-B301-6935-D2E1-BE51C1D449A3}"/>
              </a:ext>
            </a:extLst>
          </p:cNvPr>
          <p:cNvSpPr/>
          <p:nvPr/>
        </p:nvSpPr>
        <p:spPr>
          <a:xfrm>
            <a:off x="8546778" y="3854263"/>
            <a:ext cx="1019687" cy="98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Player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5E0920-4F5E-9686-ABBF-83871B3B155A}"/>
              </a:ext>
            </a:extLst>
          </p:cNvPr>
          <p:cNvGrpSpPr/>
          <p:nvPr/>
        </p:nvGrpSpPr>
        <p:grpSpPr>
          <a:xfrm>
            <a:off x="10143461" y="3310468"/>
            <a:ext cx="1268141" cy="2247898"/>
            <a:chOff x="10221072" y="3289301"/>
            <a:chExt cx="1268141" cy="224789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E00A1B5-B0BF-6373-5EC9-4153CD013995}"/>
                </a:ext>
              </a:extLst>
            </p:cNvPr>
            <p:cNvSpPr/>
            <p:nvPr/>
          </p:nvSpPr>
          <p:spPr>
            <a:xfrm>
              <a:off x="10221979" y="3298952"/>
              <a:ext cx="1267234" cy="2231146"/>
            </a:xfrm>
            <a:prstGeom prst="round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A5B146-A615-AC17-458C-7246CC24F576}"/>
                </a:ext>
              </a:extLst>
            </p:cNvPr>
            <p:cNvSpPr/>
            <p:nvPr/>
          </p:nvSpPr>
          <p:spPr>
            <a:xfrm>
              <a:off x="10221072" y="3638322"/>
              <a:ext cx="1262709" cy="1596181"/>
            </a:xfrm>
            <a:prstGeom prst="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EBF38EA-F22E-BC18-EB93-2F2665636906}"/>
                </a:ext>
              </a:extLst>
            </p:cNvPr>
            <p:cNvSpPr/>
            <p:nvPr/>
          </p:nvSpPr>
          <p:spPr>
            <a:xfrm>
              <a:off x="10221072" y="3962873"/>
              <a:ext cx="1262709" cy="968243"/>
            </a:xfrm>
            <a:prstGeom prst="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40DD8E-E19F-DCA9-F3F4-888F80172C38}"/>
                </a:ext>
              </a:extLst>
            </p:cNvPr>
            <p:cNvSpPr/>
            <p:nvPr/>
          </p:nvSpPr>
          <p:spPr>
            <a:xfrm>
              <a:off x="10221072" y="4308595"/>
              <a:ext cx="1262709" cy="333246"/>
            </a:xfrm>
            <a:prstGeom prst="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3720075-0E0E-0000-9E1E-78EF40DED9E1}"/>
                </a:ext>
              </a:extLst>
            </p:cNvPr>
            <p:cNvCxnSpPr/>
            <p:nvPr/>
          </p:nvCxnSpPr>
          <p:spPr>
            <a:xfrm flipH="1">
              <a:off x="10622278" y="3289301"/>
              <a:ext cx="4799" cy="2233786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33804A6-03AA-4911-1E65-9295EFCD8A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9722" y="3303412"/>
              <a:ext cx="4799" cy="223378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Heart 24">
            <a:extLst>
              <a:ext uri="{FF2B5EF4-FFF2-40B4-BE49-F238E27FC236}">
                <a16:creationId xmlns:a16="http://schemas.microsoft.com/office/drawing/2014/main" id="{5235475F-344B-91A1-8677-264E7037771C}"/>
              </a:ext>
            </a:extLst>
          </p:cNvPr>
          <p:cNvSpPr/>
          <p:nvPr/>
        </p:nvSpPr>
        <p:spPr>
          <a:xfrm>
            <a:off x="8544119" y="3507174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Heart 25">
            <a:extLst>
              <a:ext uri="{FF2B5EF4-FFF2-40B4-BE49-F238E27FC236}">
                <a16:creationId xmlns:a16="http://schemas.microsoft.com/office/drawing/2014/main" id="{289FD264-CFB5-E776-73DF-1C830BE16277}"/>
              </a:ext>
            </a:extLst>
          </p:cNvPr>
          <p:cNvSpPr/>
          <p:nvPr/>
        </p:nvSpPr>
        <p:spPr>
          <a:xfrm>
            <a:off x="8911008" y="3507174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Heart 26">
            <a:extLst>
              <a:ext uri="{FF2B5EF4-FFF2-40B4-BE49-F238E27FC236}">
                <a16:creationId xmlns:a16="http://schemas.microsoft.com/office/drawing/2014/main" id="{7F983B6B-08A3-ABC0-809E-0BC2042CE508}"/>
              </a:ext>
            </a:extLst>
          </p:cNvPr>
          <p:cNvSpPr/>
          <p:nvPr/>
        </p:nvSpPr>
        <p:spPr>
          <a:xfrm>
            <a:off x="9277897" y="3507174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Heart 27">
            <a:extLst>
              <a:ext uri="{FF2B5EF4-FFF2-40B4-BE49-F238E27FC236}">
                <a16:creationId xmlns:a16="http://schemas.microsoft.com/office/drawing/2014/main" id="{CE62DD9D-1175-0B77-FC47-C27C55F119A6}"/>
              </a:ext>
            </a:extLst>
          </p:cNvPr>
          <p:cNvSpPr/>
          <p:nvPr/>
        </p:nvSpPr>
        <p:spPr>
          <a:xfrm>
            <a:off x="10272730" y="2942729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Heart 28">
            <a:extLst>
              <a:ext uri="{FF2B5EF4-FFF2-40B4-BE49-F238E27FC236}">
                <a16:creationId xmlns:a16="http://schemas.microsoft.com/office/drawing/2014/main" id="{A2C63334-D87E-EA84-ACC1-1CDECF860D53}"/>
              </a:ext>
            </a:extLst>
          </p:cNvPr>
          <p:cNvSpPr/>
          <p:nvPr/>
        </p:nvSpPr>
        <p:spPr>
          <a:xfrm>
            <a:off x="10639619" y="2942729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Heart 29">
            <a:extLst>
              <a:ext uri="{FF2B5EF4-FFF2-40B4-BE49-F238E27FC236}">
                <a16:creationId xmlns:a16="http://schemas.microsoft.com/office/drawing/2014/main" id="{635477FF-F145-D372-3BEE-8B6624B0A707}"/>
              </a:ext>
            </a:extLst>
          </p:cNvPr>
          <p:cNvSpPr/>
          <p:nvPr/>
        </p:nvSpPr>
        <p:spPr>
          <a:xfrm>
            <a:off x="11006508" y="2942729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Heart 30">
            <a:extLst>
              <a:ext uri="{FF2B5EF4-FFF2-40B4-BE49-F238E27FC236}">
                <a16:creationId xmlns:a16="http://schemas.microsoft.com/office/drawing/2014/main" id="{280D53D4-8929-8AFB-8441-B83BD2DAD943}"/>
              </a:ext>
            </a:extLst>
          </p:cNvPr>
          <p:cNvSpPr/>
          <p:nvPr/>
        </p:nvSpPr>
        <p:spPr>
          <a:xfrm>
            <a:off x="945285" y="2575840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Heart 31">
            <a:extLst>
              <a:ext uri="{FF2B5EF4-FFF2-40B4-BE49-F238E27FC236}">
                <a16:creationId xmlns:a16="http://schemas.microsoft.com/office/drawing/2014/main" id="{85AF39E4-4BFB-C220-24FE-0F74280B9797}"/>
              </a:ext>
            </a:extLst>
          </p:cNvPr>
          <p:cNvSpPr/>
          <p:nvPr/>
        </p:nvSpPr>
        <p:spPr>
          <a:xfrm>
            <a:off x="1276896" y="2575840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Heart 33">
            <a:extLst>
              <a:ext uri="{FF2B5EF4-FFF2-40B4-BE49-F238E27FC236}">
                <a16:creationId xmlns:a16="http://schemas.microsoft.com/office/drawing/2014/main" id="{72516AF1-58E5-077E-4420-9B86E57F0F9A}"/>
              </a:ext>
            </a:extLst>
          </p:cNvPr>
          <p:cNvSpPr/>
          <p:nvPr/>
        </p:nvSpPr>
        <p:spPr>
          <a:xfrm>
            <a:off x="931174" y="4466729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Heart 34">
            <a:extLst>
              <a:ext uri="{FF2B5EF4-FFF2-40B4-BE49-F238E27FC236}">
                <a16:creationId xmlns:a16="http://schemas.microsoft.com/office/drawing/2014/main" id="{44DF621F-2F48-C6EB-39D4-12ED1AB5B27D}"/>
              </a:ext>
            </a:extLst>
          </p:cNvPr>
          <p:cNvSpPr/>
          <p:nvPr/>
        </p:nvSpPr>
        <p:spPr>
          <a:xfrm>
            <a:off x="1262785" y="4466729"/>
            <a:ext cx="286053" cy="264538"/>
          </a:xfrm>
          <a:prstGeom prst="heart">
            <a:avLst/>
          </a:prstGeom>
          <a:solidFill>
            <a:srgbClr val="FF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C605D4C-A0F0-BB03-A430-BDC53F88CD4A}"/>
              </a:ext>
            </a:extLst>
          </p:cNvPr>
          <p:cNvSpPr/>
          <p:nvPr/>
        </p:nvSpPr>
        <p:spPr>
          <a:xfrm>
            <a:off x="8360400" y="4234527"/>
            <a:ext cx="180946" cy="19046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artoon bug on a black background">
            <a:extLst>
              <a:ext uri="{FF2B5EF4-FFF2-40B4-BE49-F238E27FC236}">
                <a16:creationId xmlns:a16="http://schemas.microsoft.com/office/drawing/2014/main" id="{B8514CCE-D778-EFCF-9140-D3BFFBAB35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21" t="31548" r="45408" b="34640"/>
          <a:stretch/>
        </p:blipFill>
        <p:spPr>
          <a:xfrm flipH="1">
            <a:off x="679696" y="2854232"/>
            <a:ext cx="1194400" cy="1305883"/>
          </a:xfrm>
          <a:prstGeom prst="rect">
            <a:avLst/>
          </a:prstGeom>
        </p:spPr>
      </p:pic>
      <p:pic>
        <p:nvPicPr>
          <p:cNvPr id="9" name="Picture 8" descr="A cartoon bug on a black background">
            <a:extLst>
              <a:ext uri="{FF2B5EF4-FFF2-40B4-BE49-F238E27FC236}">
                <a16:creationId xmlns:a16="http://schemas.microsoft.com/office/drawing/2014/main" id="{B0B01C38-6B9F-2129-F961-00C520FAF3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21" t="31548" r="45408" b="34640"/>
          <a:stretch/>
        </p:blipFill>
        <p:spPr>
          <a:xfrm flipH="1">
            <a:off x="679696" y="4731267"/>
            <a:ext cx="1194400" cy="13058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7E6848-0D4F-F7FC-2956-1BDE89927485}"/>
              </a:ext>
            </a:extLst>
          </p:cNvPr>
          <p:cNvSpPr/>
          <p:nvPr/>
        </p:nvSpPr>
        <p:spPr>
          <a:xfrm>
            <a:off x="703804" y="6172429"/>
            <a:ext cx="610070" cy="53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10BA59-6075-4057-6533-43692216225F}"/>
              </a:ext>
            </a:extLst>
          </p:cNvPr>
          <p:cNvSpPr/>
          <p:nvPr/>
        </p:nvSpPr>
        <p:spPr>
          <a:xfrm>
            <a:off x="1405811" y="6170161"/>
            <a:ext cx="610070" cy="53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F05E6B-EF0F-0E36-B57B-4C2CDBAF15D0}"/>
              </a:ext>
            </a:extLst>
          </p:cNvPr>
          <p:cNvSpPr/>
          <p:nvPr/>
        </p:nvSpPr>
        <p:spPr>
          <a:xfrm>
            <a:off x="2107818" y="6170160"/>
            <a:ext cx="610070" cy="53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786B10-A3D0-3A1F-BAD5-7233225E734B}"/>
              </a:ext>
            </a:extLst>
          </p:cNvPr>
          <p:cNvSpPr/>
          <p:nvPr/>
        </p:nvSpPr>
        <p:spPr>
          <a:xfrm>
            <a:off x="5690474" y="1861082"/>
            <a:ext cx="610070" cy="5364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00"/>
              <a:t>Double bullet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73B05D-06F0-EC20-78C6-568C34825E08}"/>
              </a:ext>
            </a:extLst>
          </p:cNvPr>
          <p:cNvSpPr/>
          <p:nvPr/>
        </p:nvSpPr>
        <p:spPr>
          <a:xfrm>
            <a:off x="8354968" y="4234526"/>
            <a:ext cx="180946" cy="19046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5841C47-A35E-A69B-16AF-F2D2AD7C1529}"/>
              </a:ext>
            </a:extLst>
          </p:cNvPr>
          <p:cNvSpPr/>
          <p:nvPr/>
        </p:nvSpPr>
        <p:spPr>
          <a:xfrm>
            <a:off x="2889599" y="1748595"/>
            <a:ext cx="6202122" cy="3781696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600" b="1">
                <a:latin typeface="Pixelify Sans" pitchFamily="2" charset="0"/>
              </a:rPr>
              <a:t>Next Wave Incoming!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3796F8E-8FA7-F92A-D6DD-0E8B88A8D2FD}"/>
              </a:ext>
            </a:extLst>
          </p:cNvPr>
          <p:cNvSpPr txBox="1">
            <a:spLocks/>
          </p:cNvSpPr>
          <p:nvPr/>
        </p:nvSpPr>
        <p:spPr>
          <a:xfrm>
            <a:off x="2371323" y="1181117"/>
            <a:ext cx="7449354" cy="4793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WIN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 pitchFamily="2" charset="0"/>
                <a:cs typeface="Dreaming Outloud Pro" panose="020F0502020204030204" pitchFamily="66" charset="0"/>
              </a:rPr>
              <a:t>CONDITIONS</a:t>
            </a:r>
            <a:endParaRPr lang="en-US" sz="2800">
              <a:ln w="19050">
                <a:solidFill>
                  <a:schemeClr val="tx1"/>
                </a:solidFill>
              </a:ln>
              <a:solidFill>
                <a:srgbClr val="7D340D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3271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11022E-16 L -0.56484 -0.1375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242" y="-6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5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11022E-16 L -0.56484 -0.1375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242" y="-6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7 L 0.36536 0.00255 " pathEditMode="relative" rAng="0" ptsTypes="AA">
                                      <p:cBhvr>
                                        <p:cTn id="34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68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33333E-6 L -0.20469 3.33333E-6 C -0.29636 3.33333E-6 -0.40925 0.17291 -0.40925 0.31365 L -0.40925 0.62731 " pathEditMode="relative" rAng="0" ptsTypes="AAAA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69" y="3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xit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5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11022E-16 L -0.55833 0.15949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17" y="7963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5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66667E-6 1.11022E-16 L -0.55742 0.16042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878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"/>
                            </p:stCondLst>
                            <p:childTnLst>
                              <p:par>
                                <p:cTn id="67" presetID="1" presetClass="exit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"/>
                            </p:stCondLst>
                            <p:childTnLst>
                              <p:par>
                                <p:cTn id="7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"/>
                            </p:stCondLst>
                            <p:childTnLst>
                              <p:par>
                                <p:cTn id="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50"/>
                            </p:stCondLst>
                            <p:childTnLst>
                              <p:par>
                                <p:cTn id="7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50"/>
                            </p:stCondLst>
                            <p:childTnLst>
                              <p:par>
                                <p:cTn id="8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1" grpId="0" animBg="1"/>
      <p:bldP spid="32" grpId="0" animBg="1"/>
      <p:bldP spid="34" grpId="0" animBg="1"/>
      <p:bldP spid="35" grpId="0" animBg="1"/>
      <p:bldP spid="36" grpId="0" animBg="1"/>
      <p:bldP spid="36" grpId="1" animBg="1"/>
      <p:bldP spid="36" grpId="2" animBg="1"/>
      <p:bldP spid="36" grpId="3" animBg="1"/>
      <p:bldP spid="36" grpId="4" animBg="1"/>
      <p:bldP spid="36" grpId="5" animBg="1"/>
      <p:bldP spid="36" grpId="6" animBg="1"/>
      <p:bldP spid="36" grpId="7" animBg="1"/>
      <p:bldP spid="36" grpId="8" animBg="1"/>
      <p:bldP spid="18" grpId="0" animBg="1"/>
      <p:bldP spid="18" grpId="1" animBg="1"/>
      <p:bldP spid="18" grpId="2" animBg="1"/>
      <p:bldP spid="21" grpId="0" animBg="1"/>
      <p:bldP spid="21" grpId="1" animBg="1"/>
      <p:bldP spid="21" grpId="2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E4813BE-11D7-84C0-B1AB-FC4ACED39F13}"/>
              </a:ext>
            </a:extLst>
          </p:cNvPr>
          <p:cNvSpPr txBox="1">
            <a:spLocks/>
          </p:cNvSpPr>
          <p:nvPr/>
        </p:nvSpPr>
        <p:spPr>
          <a:xfrm>
            <a:off x="6751011" y="5423811"/>
            <a:ext cx="4265321" cy="461665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200">
                <a:latin typeface="Pixelify Sans"/>
              </a:rPr>
              <a:t>Special drops</a:t>
            </a:r>
            <a:endParaRPr lang="en-US" sz="220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1968FC0-FCC4-0B8E-7B69-246C147A4D4E}"/>
              </a:ext>
            </a:extLst>
          </p:cNvPr>
          <p:cNvSpPr txBox="1">
            <a:spLocks/>
          </p:cNvSpPr>
          <p:nvPr/>
        </p:nvSpPr>
        <p:spPr>
          <a:xfrm>
            <a:off x="918082" y="5423811"/>
            <a:ext cx="4265321" cy="461665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200">
                <a:latin typeface="Pixelify Sans"/>
              </a:rPr>
              <a:t>Unique attack patterns</a:t>
            </a:r>
            <a:endParaRPr lang="en-US" sz="22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GAME 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rgbClr val="7D340D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MECHANICS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rgbClr val="7D340D"/>
              </a:solidFill>
              <a:latin typeface="Press Start 2P" panose="00000500000000000000" pitchFamily="2" charset="0"/>
            </a:endParaRPr>
          </a:p>
        </p:txBody>
      </p:sp>
      <p:pic>
        <p:nvPicPr>
          <p:cNvPr id="5" name="Picture 4" descr="An orange arrow pointing to a black background&#10;&#10;Description automatically generated">
            <a:extLst>
              <a:ext uri="{FF2B5EF4-FFF2-40B4-BE49-F238E27FC236}">
                <a16:creationId xmlns:a16="http://schemas.microsoft.com/office/drawing/2014/main" id="{2D838A72-9E46-4D14-7772-E073D254E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716" y="3182506"/>
            <a:ext cx="1217773" cy="59650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163A2D4-C846-5B3B-404C-9919B61E22D2}"/>
              </a:ext>
            </a:extLst>
          </p:cNvPr>
          <p:cNvSpPr/>
          <p:nvPr/>
        </p:nvSpPr>
        <p:spPr>
          <a:xfrm>
            <a:off x="2472803" y="2963674"/>
            <a:ext cx="912508" cy="930652"/>
          </a:xfrm>
          <a:prstGeom prst="ellipse">
            <a:avLst/>
          </a:prstGeom>
          <a:solidFill>
            <a:srgbClr val="9A2626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1st Boss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DF1A62-7AD6-BB72-9683-893ACC583C12}"/>
              </a:ext>
            </a:extLst>
          </p:cNvPr>
          <p:cNvSpPr/>
          <p:nvPr/>
        </p:nvSpPr>
        <p:spPr>
          <a:xfrm>
            <a:off x="5107718" y="2651641"/>
            <a:ext cx="1642132" cy="1642132"/>
          </a:xfrm>
          <a:prstGeom prst="ellipse">
            <a:avLst/>
          </a:prstGeom>
          <a:solidFill>
            <a:srgbClr val="9A2626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2nd Boss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4C6F02-9A17-DAC5-D8D6-5D659B409602}"/>
              </a:ext>
            </a:extLst>
          </p:cNvPr>
          <p:cNvSpPr txBox="1"/>
          <p:nvPr/>
        </p:nvSpPr>
        <p:spPr>
          <a:xfrm>
            <a:off x="3552911" y="2747651"/>
            <a:ext cx="9023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Pixelify Sans"/>
              </a:rPr>
              <a:t>3 waves</a:t>
            </a:r>
          </a:p>
        </p:txBody>
      </p:sp>
      <p:pic>
        <p:nvPicPr>
          <p:cNvPr id="21" name="Picture 20" descr="A red heart with black background&#10;&#10;Description automatically generated">
            <a:extLst>
              <a:ext uri="{FF2B5EF4-FFF2-40B4-BE49-F238E27FC236}">
                <a16:creationId xmlns:a16="http://schemas.microsoft.com/office/drawing/2014/main" id="{A4181623-4996-1F2E-16C5-768A105A5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8" y="2365559"/>
            <a:ext cx="212501" cy="212501"/>
          </a:xfrm>
          <a:prstGeom prst="rect">
            <a:avLst/>
          </a:prstGeom>
        </p:spPr>
      </p:pic>
      <p:pic>
        <p:nvPicPr>
          <p:cNvPr id="4" name="Picture 3" descr="An orange arrow pointing to a black background&#10;&#10;Description automatically generated">
            <a:extLst>
              <a:ext uri="{FF2B5EF4-FFF2-40B4-BE49-F238E27FC236}">
                <a16:creationId xmlns:a16="http://schemas.microsoft.com/office/drawing/2014/main" id="{BADA5DCD-AA22-1901-E27F-D56C23C3F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079" y="3166053"/>
            <a:ext cx="1217773" cy="5965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B6B7A4-5B30-0EC1-F8DF-EF222CFF66D9}"/>
              </a:ext>
            </a:extLst>
          </p:cNvPr>
          <p:cNvSpPr txBox="1"/>
          <p:nvPr/>
        </p:nvSpPr>
        <p:spPr>
          <a:xfrm>
            <a:off x="6866914" y="2740270"/>
            <a:ext cx="9023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Pixelify Sans"/>
              </a:rPr>
              <a:t>3 waves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835BBE-070B-3334-8DD2-91C249DC1173}"/>
              </a:ext>
            </a:extLst>
          </p:cNvPr>
          <p:cNvSpPr/>
          <p:nvPr/>
        </p:nvSpPr>
        <p:spPr>
          <a:xfrm>
            <a:off x="8502606" y="2204416"/>
            <a:ext cx="2433182" cy="2425853"/>
          </a:xfrm>
          <a:prstGeom prst="ellipse">
            <a:avLst/>
          </a:prstGeom>
          <a:solidFill>
            <a:srgbClr val="9A2626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3rd Boss</a:t>
            </a:r>
          </a:p>
        </p:txBody>
      </p:sp>
      <p:pic>
        <p:nvPicPr>
          <p:cNvPr id="23" name="Picture 22" descr="A pixel art of a sword&#10;&#10;Description automatically generated">
            <a:extLst>
              <a:ext uri="{FF2B5EF4-FFF2-40B4-BE49-F238E27FC236}">
                <a16:creationId xmlns:a16="http://schemas.microsoft.com/office/drawing/2014/main" id="{EB44F175-5099-E178-C948-51D46EE253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991" y="2340415"/>
            <a:ext cx="237645" cy="23764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B200B4-74D8-8AE7-BD39-AB70F7DEA830}"/>
              </a:ext>
            </a:extLst>
          </p:cNvPr>
          <p:cNvCxnSpPr>
            <a:cxnSpLocks/>
          </p:cNvCxnSpPr>
          <p:nvPr/>
        </p:nvCxnSpPr>
        <p:spPr>
          <a:xfrm flipH="1" flipV="1">
            <a:off x="5774674" y="2228180"/>
            <a:ext cx="3157" cy="224155"/>
          </a:xfrm>
          <a:prstGeom prst="straightConnector1">
            <a:avLst/>
          </a:prstGeom>
          <a:ln w="317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AA9729-0763-388C-86D1-DBB908917D55}"/>
              </a:ext>
            </a:extLst>
          </p:cNvPr>
          <p:cNvCxnSpPr>
            <a:cxnSpLocks/>
          </p:cNvCxnSpPr>
          <p:nvPr/>
        </p:nvCxnSpPr>
        <p:spPr>
          <a:xfrm flipH="1" flipV="1">
            <a:off x="6343793" y="2228179"/>
            <a:ext cx="3157" cy="224155"/>
          </a:xfrm>
          <a:prstGeom prst="straightConnector1">
            <a:avLst/>
          </a:prstGeom>
          <a:ln w="317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A red heart with black background&#10;&#10;Description automatically generated">
            <a:extLst>
              <a:ext uri="{FF2B5EF4-FFF2-40B4-BE49-F238E27FC236}">
                <a16:creationId xmlns:a16="http://schemas.microsoft.com/office/drawing/2014/main" id="{AE3D9AB5-7481-B1F7-8489-037029B9CA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938" y="1868931"/>
            <a:ext cx="212501" cy="212501"/>
          </a:xfrm>
          <a:prstGeom prst="rect">
            <a:avLst/>
          </a:prstGeom>
        </p:spPr>
      </p:pic>
      <p:pic>
        <p:nvPicPr>
          <p:cNvPr id="29" name="Picture 28" descr="A pixel art of a sword&#10;&#10;Description automatically generated">
            <a:extLst>
              <a:ext uri="{FF2B5EF4-FFF2-40B4-BE49-F238E27FC236}">
                <a16:creationId xmlns:a16="http://schemas.microsoft.com/office/drawing/2014/main" id="{1A0BC0DC-CED3-F24D-31A2-01C59961C4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411" y="1843787"/>
            <a:ext cx="237645" cy="237645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2A5817C-3459-200C-FCEF-2E2FE4DE277C}"/>
              </a:ext>
            </a:extLst>
          </p:cNvPr>
          <p:cNvCxnSpPr>
            <a:cxnSpLocks/>
          </p:cNvCxnSpPr>
          <p:nvPr/>
        </p:nvCxnSpPr>
        <p:spPr>
          <a:xfrm flipH="1" flipV="1">
            <a:off x="9537094" y="1731552"/>
            <a:ext cx="3157" cy="224155"/>
          </a:xfrm>
          <a:prstGeom prst="straightConnector1">
            <a:avLst/>
          </a:prstGeom>
          <a:ln w="317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8097145-2850-3EB2-F937-64234CF334B0}"/>
              </a:ext>
            </a:extLst>
          </p:cNvPr>
          <p:cNvCxnSpPr>
            <a:cxnSpLocks/>
          </p:cNvCxnSpPr>
          <p:nvPr/>
        </p:nvCxnSpPr>
        <p:spPr>
          <a:xfrm flipH="1" flipV="1">
            <a:off x="10106213" y="1731551"/>
            <a:ext cx="3157" cy="224155"/>
          </a:xfrm>
          <a:prstGeom prst="straightConnector1">
            <a:avLst/>
          </a:prstGeom>
          <a:ln w="317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n orange arrow pointing to a black background&#10;&#10;Description automatically generated">
            <a:extLst>
              <a:ext uri="{FF2B5EF4-FFF2-40B4-BE49-F238E27FC236}">
                <a16:creationId xmlns:a16="http://schemas.microsoft.com/office/drawing/2014/main" id="{F76CDFA3-8EBF-6AE6-826C-ECFF28BAD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93" y="3184196"/>
            <a:ext cx="1217773" cy="5965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03EDF8-91A6-C97F-DD4D-01DF59972973}"/>
              </a:ext>
            </a:extLst>
          </p:cNvPr>
          <p:cNvSpPr txBox="1"/>
          <p:nvPr/>
        </p:nvSpPr>
        <p:spPr>
          <a:xfrm>
            <a:off x="950965" y="2770796"/>
            <a:ext cx="9023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Pixelify Sans"/>
              </a:rPr>
              <a:t>3 waves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A7DB7AB-B63E-36D2-EBE2-B6762C336FBB}"/>
              </a:ext>
            </a:extLst>
          </p:cNvPr>
          <p:cNvSpPr txBox="1">
            <a:spLocks/>
          </p:cNvSpPr>
          <p:nvPr/>
        </p:nvSpPr>
        <p:spPr>
          <a:xfrm>
            <a:off x="2371323" y="1181117"/>
            <a:ext cx="7449354" cy="4793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ENEMY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 pitchFamily="2" charset="0"/>
                <a:cs typeface="Dreaming Outloud Pro" panose="020F0502020204030204" pitchFamily="66" charset="0"/>
              </a:rPr>
              <a:t>BOSS</a:t>
            </a:r>
            <a:endParaRPr lang="en-US" sz="2800">
              <a:ln w="19050">
                <a:solidFill>
                  <a:schemeClr val="tx1"/>
                </a:solidFill>
              </a:ln>
              <a:solidFill>
                <a:srgbClr val="7D340D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10203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GAME 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rgbClr val="7D340D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MECHANICS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rgbClr val="7D340D"/>
              </a:solidFill>
              <a:latin typeface="Press Start 2P" panose="00000500000000000000" pitchFamily="2" charset="0"/>
            </a:endParaRPr>
          </a:p>
        </p:txBody>
      </p:sp>
      <p:pic>
        <p:nvPicPr>
          <p:cNvPr id="5" name="Picture 4" descr="A pixelated coin with a letter i&#10;&#10;Description automatically generated">
            <a:extLst>
              <a:ext uri="{FF2B5EF4-FFF2-40B4-BE49-F238E27FC236}">
                <a16:creationId xmlns:a16="http://schemas.microsoft.com/office/drawing/2014/main" id="{258DD1DF-62A6-2D6F-9333-D04396C83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71" y="1769074"/>
            <a:ext cx="476251" cy="47625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FF052E-8842-F45E-8E81-8E1C6A2FC307}"/>
              </a:ext>
            </a:extLst>
          </p:cNvPr>
          <p:cNvSpPr txBox="1">
            <a:spLocks/>
          </p:cNvSpPr>
          <p:nvPr/>
        </p:nvSpPr>
        <p:spPr>
          <a:xfrm>
            <a:off x="1555006" y="1765626"/>
            <a:ext cx="4770550" cy="503071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latin typeface="Pixelify Sans"/>
              </a:rPr>
              <a:t>In-game Currencies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BBFE54-5B7E-D33B-CA86-7A593F11E524}"/>
              </a:ext>
            </a:extLst>
          </p:cNvPr>
          <p:cNvSpPr txBox="1">
            <a:spLocks/>
          </p:cNvSpPr>
          <p:nvPr/>
        </p:nvSpPr>
        <p:spPr>
          <a:xfrm>
            <a:off x="7465151" y="1771157"/>
            <a:ext cx="3046979" cy="500859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latin typeface="Pixelify Sans"/>
              </a:rPr>
              <a:t>Press B to buy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3D0A30-BA99-D469-BB9D-E3BA5035DA78}"/>
              </a:ext>
            </a:extLst>
          </p:cNvPr>
          <p:cNvSpPr txBox="1">
            <a:spLocks/>
          </p:cNvSpPr>
          <p:nvPr/>
        </p:nvSpPr>
        <p:spPr>
          <a:xfrm>
            <a:off x="1555006" y="2469600"/>
            <a:ext cx="3046979" cy="503071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latin typeface="Pixelify Sans"/>
              </a:rPr>
              <a:t>Shop Items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D44B27C-8A69-C050-7CAA-169F32C8CF16}"/>
              </a:ext>
            </a:extLst>
          </p:cNvPr>
          <p:cNvSpPr txBox="1">
            <a:spLocks/>
          </p:cNvSpPr>
          <p:nvPr/>
        </p:nvSpPr>
        <p:spPr>
          <a:xfrm>
            <a:off x="1555006" y="3173001"/>
            <a:ext cx="9152271" cy="3418760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>
              <a:latin typeface="Pixelify San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F66734-98FE-2C49-8983-CB4113BFDE52}"/>
              </a:ext>
            </a:extLst>
          </p:cNvPr>
          <p:cNvSpPr/>
          <p:nvPr/>
        </p:nvSpPr>
        <p:spPr>
          <a:xfrm>
            <a:off x="1719853" y="3353677"/>
            <a:ext cx="1882485" cy="588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Pixelify Sans"/>
              </a:rPr>
              <a:t>Upgrades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C2A55C-2A9D-F3B3-4BE2-27EB4AA8A6DB}"/>
              </a:ext>
            </a:extLst>
          </p:cNvPr>
          <p:cNvSpPr txBox="1"/>
          <p:nvPr/>
        </p:nvSpPr>
        <p:spPr>
          <a:xfrm>
            <a:off x="2416787" y="4243712"/>
            <a:ext cx="10114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Pixelify Sans"/>
              </a:rPr>
              <a:t>Health</a:t>
            </a:r>
          </a:p>
          <a:p>
            <a:r>
              <a:rPr lang="en-US">
                <a:latin typeface="Pixelify Sans"/>
              </a:rPr>
              <a:t>01/10</a:t>
            </a:r>
          </a:p>
        </p:txBody>
      </p:sp>
      <p:pic>
        <p:nvPicPr>
          <p:cNvPr id="13" name="Picture 12" descr="A red heart with black background&#10;&#10;Description automatically generated">
            <a:extLst>
              <a:ext uri="{FF2B5EF4-FFF2-40B4-BE49-F238E27FC236}">
                <a16:creationId xmlns:a16="http://schemas.microsoft.com/office/drawing/2014/main" id="{E0E10FED-E69D-0B46-FCFB-4377DE164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182" y="4340338"/>
            <a:ext cx="426233" cy="435525"/>
          </a:xfrm>
          <a:prstGeom prst="rect">
            <a:avLst/>
          </a:prstGeom>
        </p:spPr>
      </p:pic>
      <p:pic>
        <p:nvPicPr>
          <p:cNvPr id="15" name="Picture 14" descr="A pixel art of a sword&#10;&#10;Description automatically generated">
            <a:extLst>
              <a:ext uri="{FF2B5EF4-FFF2-40B4-BE49-F238E27FC236}">
                <a16:creationId xmlns:a16="http://schemas.microsoft.com/office/drawing/2014/main" id="{ACB932DC-46DC-1365-C8EB-5B9BE211DD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610" y="4347635"/>
            <a:ext cx="442084" cy="4327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B5A52C5-E0CB-8D71-98DE-69C92CA82DB0}"/>
              </a:ext>
            </a:extLst>
          </p:cNvPr>
          <p:cNvSpPr txBox="1"/>
          <p:nvPr/>
        </p:nvSpPr>
        <p:spPr>
          <a:xfrm>
            <a:off x="4749250" y="4243712"/>
            <a:ext cx="107200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Pixelify Sans"/>
              </a:rPr>
              <a:t>Attack</a:t>
            </a:r>
          </a:p>
          <a:p>
            <a:r>
              <a:rPr lang="en-US">
                <a:latin typeface="Pixelify Sans"/>
              </a:rPr>
              <a:t>01/10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F4412F-F225-1C27-1F31-2126760BEC38}"/>
              </a:ext>
            </a:extLst>
          </p:cNvPr>
          <p:cNvSpPr/>
          <p:nvPr/>
        </p:nvSpPr>
        <p:spPr>
          <a:xfrm>
            <a:off x="1840657" y="5147165"/>
            <a:ext cx="1436438" cy="50454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Pixelify Sans"/>
              </a:rPr>
              <a:t>Level up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BF6309A-586D-5265-1DA4-A82BCFAB5303}"/>
              </a:ext>
            </a:extLst>
          </p:cNvPr>
          <p:cNvSpPr/>
          <p:nvPr/>
        </p:nvSpPr>
        <p:spPr>
          <a:xfrm>
            <a:off x="4154535" y="5147165"/>
            <a:ext cx="1436438" cy="50454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Pixelify Sans"/>
              </a:rPr>
              <a:t>Level 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647D46-2826-4644-2AE2-4AA671FC598E}"/>
              </a:ext>
            </a:extLst>
          </p:cNvPr>
          <p:cNvSpPr txBox="1"/>
          <p:nvPr/>
        </p:nvSpPr>
        <p:spPr>
          <a:xfrm>
            <a:off x="6946378" y="4243712"/>
            <a:ext cx="12251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Pixelify Sans"/>
              </a:rPr>
              <a:t>Fire Rate</a:t>
            </a:r>
          </a:p>
          <a:p>
            <a:r>
              <a:rPr lang="en-US">
                <a:latin typeface="Pixelify Sans"/>
              </a:rPr>
              <a:t>01/10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DAA377-0286-6295-CBE0-39F343F8A916}"/>
              </a:ext>
            </a:extLst>
          </p:cNvPr>
          <p:cNvSpPr txBox="1"/>
          <p:nvPr/>
        </p:nvSpPr>
        <p:spPr>
          <a:xfrm>
            <a:off x="9496380" y="4222930"/>
            <a:ext cx="10114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Pixelify Sans"/>
              </a:rPr>
              <a:t>Speed</a:t>
            </a:r>
          </a:p>
          <a:p>
            <a:r>
              <a:rPr lang="en-US">
                <a:latin typeface="Pixelify Sans"/>
              </a:rPr>
              <a:t>01/10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8694DA-A4EA-A43C-0846-F89189F7BB85}"/>
              </a:ext>
            </a:extLst>
          </p:cNvPr>
          <p:cNvSpPr/>
          <p:nvPr/>
        </p:nvSpPr>
        <p:spPr>
          <a:xfrm>
            <a:off x="6459120" y="5147165"/>
            <a:ext cx="1436438" cy="50454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Pixelify Sans"/>
              </a:rPr>
              <a:t>Level up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88CD4EB-7D58-8C13-9AAA-9A3B853A1479}"/>
              </a:ext>
            </a:extLst>
          </p:cNvPr>
          <p:cNvSpPr/>
          <p:nvPr/>
        </p:nvSpPr>
        <p:spPr>
          <a:xfrm>
            <a:off x="8772998" y="5147164"/>
            <a:ext cx="1436438" cy="50454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Pixelify Sans"/>
              </a:rPr>
              <a:t>Level up</a:t>
            </a:r>
          </a:p>
        </p:txBody>
      </p:sp>
      <p:pic>
        <p:nvPicPr>
          <p:cNvPr id="12" name="Picture 11" descr="A brown boot with a black background&#10;&#10;Description automatically generated">
            <a:extLst>
              <a:ext uri="{FF2B5EF4-FFF2-40B4-BE49-F238E27FC236}">
                <a16:creationId xmlns:a16="http://schemas.microsoft.com/office/drawing/2014/main" id="{08783D6B-DF5E-8D16-0805-1D8ABB1D97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36" y="4280195"/>
            <a:ext cx="587306" cy="531166"/>
          </a:xfrm>
          <a:prstGeom prst="rect">
            <a:avLst/>
          </a:prstGeom>
        </p:spPr>
      </p:pic>
      <p:pic>
        <p:nvPicPr>
          <p:cNvPr id="23" name="Picture 22" descr="A pixel art of a sword and a clock&#10;&#10;Description automatically generated">
            <a:extLst>
              <a:ext uri="{FF2B5EF4-FFF2-40B4-BE49-F238E27FC236}">
                <a16:creationId xmlns:a16="http://schemas.microsoft.com/office/drawing/2014/main" id="{B416870E-7C47-A721-0B6C-A4CF1C8E3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509" y="4322550"/>
            <a:ext cx="471100" cy="47110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6F68D72-82CC-732D-874C-E35526159FB3}"/>
              </a:ext>
            </a:extLst>
          </p:cNvPr>
          <p:cNvSpPr txBox="1">
            <a:spLocks/>
          </p:cNvSpPr>
          <p:nvPr/>
        </p:nvSpPr>
        <p:spPr>
          <a:xfrm>
            <a:off x="2371323" y="1181117"/>
            <a:ext cx="7449354" cy="4793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SHOP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 pitchFamily="2" charset="0"/>
                <a:cs typeface="Dreaming Outloud Pro" panose="020F0502020204030204" pitchFamily="66" charset="0"/>
              </a:rPr>
              <a:t>MENU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 – PLAYER</a:t>
            </a:r>
            <a:endParaRPr lang="en-US" sz="2800">
              <a:ln w="19050">
                <a:solidFill>
                  <a:schemeClr val="tx1"/>
                </a:solidFill>
              </a:ln>
              <a:solidFill>
                <a:srgbClr val="7D340D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92017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GAME 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rgbClr val="7D340D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MECHANICS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rgbClr val="7D340D"/>
              </a:solidFill>
              <a:latin typeface="Press Start 2P" panose="000005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D44B27C-8A69-C050-7CAA-169F32C8CF16}"/>
              </a:ext>
            </a:extLst>
          </p:cNvPr>
          <p:cNvSpPr txBox="1">
            <a:spLocks/>
          </p:cNvSpPr>
          <p:nvPr/>
        </p:nvSpPr>
        <p:spPr>
          <a:xfrm>
            <a:off x="1555006" y="3173001"/>
            <a:ext cx="9152271" cy="3418760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>
              <a:latin typeface="Pixelify San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F66734-98FE-2C49-8983-CB4113BFDE52}"/>
              </a:ext>
            </a:extLst>
          </p:cNvPr>
          <p:cNvSpPr/>
          <p:nvPr/>
        </p:nvSpPr>
        <p:spPr>
          <a:xfrm>
            <a:off x="1719853" y="3353677"/>
            <a:ext cx="1882485" cy="588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Pixelify Sans"/>
              </a:rPr>
              <a:t>Defense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C2A55C-2A9D-F3B3-4BE2-27EB4AA8A6DB}"/>
              </a:ext>
            </a:extLst>
          </p:cNvPr>
          <p:cNvSpPr txBox="1"/>
          <p:nvPr/>
        </p:nvSpPr>
        <p:spPr>
          <a:xfrm>
            <a:off x="2275707" y="4174440"/>
            <a:ext cx="13366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Pixelify Sans"/>
              </a:rPr>
              <a:t>Choco bar</a:t>
            </a:r>
            <a:endParaRPr lang="en-US"/>
          </a:p>
          <a:p>
            <a:pPr algn="ctr"/>
            <a:r>
              <a:rPr lang="en-US">
                <a:latin typeface="Pixelify Sans"/>
              </a:rPr>
              <a:t>01/10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5A52C5-E0CB-8D71-98DE-69C92CA82DB0}"/>
              </a:ext>
            </a:extLst>
          </p:cNvPr>
          <p:cNvSpPr txBox="1"/>
          <p:nvPr/>
        </p:nvSpPr>
        <p:spPr>
          <a:xfrm>
            <a:off x="4603777" y="4236785"/>
            <a:ext cx="11415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Pixelify Sans"/>
              </a:rPr>
              <a:t>Barrier</a:t>
            </a:r>
            <a:endParaRPr lang="en-US"/>
          </a:p>
          <a:p>
            <a:pPr algn="ctr"/>
            <a:r>
              <a:rPr lang="en-US">
                <a:latin typeface="Pixelify Sans"/>
              </a:rPr>
              <a:t>01/10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F4412F-F225-1C27-1F31-2126760BEC38}"/>
              </a:ext>
            </a:extLst>
          </p:cNvPr>
          <p:cNvSpPr/>
          <p:nvPr/>
        </p:nvSpPr>
        <p:spPr>
          <a:xfrm>
            <a:off x="1840657" y="5147165"/>
            <a:ext cx="1436438" cy="50454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Pixelify Sans"/>
              </a:rPr>
              <a:t>Level up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BF6309A-586D-5265-1DA4-A82BCFAB5303}"/>
              </a:ext>
            </a:extLst>
          </p:cNvPr>
          <p:cNvSpPr/>
          <p:nvPr/>
        </p:nvSpPr>
        <p:spPr>
          <a:xfrm>
            <a:off x="4154535" y="5147165"/>
            <a:ext cx="1436438" cy="50454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Pixelify Sans"/>
              </a:rPr>
              <a:t>Level 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647D46-2826-4644-2AE2-4AA671FC598E}"/>
              </a:ext>
            </a:extLst>
          </p:cNvPr>
          <p:cNvSpPr txBox="1"/>
          <p:nvPr/>
        </p:nvSpPr>
        <p:spPr>
          <a:xfrm>
            <a:off x="6849396" y="4222930"/>
            <a:ext cx="12251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Pixelify Sans"/>
              </a:rPr>
              <a:t>Allies</a:t>
            </a:r>
          </a:p>
          <a:p>
            <a:r>
              <a:rPr lang="en-US">
                <a:latin typeface="Pixelify Sans"/>
              </a:rPr>
              <a:t>01/10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8694DA-A4EA-A43C-0846-F89189F7BB85}"/>
              </a:ext>
            </a:extLst>
          </p:cNvPr>
          <p:cNvSpPr/>
          <p:nvPr/>
        </p:nvSpPr>
        <p:spPr>
          <a:xfrm>
            <a:off x="6410629" y="5147165"/>
            <a:ext cx="1436438" cy="50454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Pixelify Sans"/>
              </a:rPr>
              <a:t>Level up</a:t>
            </a:r>
          </a:p>
        </p:txBody>
      </p:sp>
      <p:pic>
        <p:nvPicPr>
          <p:cNvPr id="4" name="Picture 3" descr="A pixelated square with black squares&#10;&#10;Description automatically generated">
            <a:extLst>
              <a:ext uri="{FF2B5EF4-FFF2-40B4-BE49-F238E27FC236}">
                <a16:creationId xmlns:a16="http://schemas.microsoft.com/office/drawing/2014/main" id="{4EE5475C-769C-59DF-54B0-313E99574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315" y="4372896"/>
            <a:ext cx="524285" cy="505699"/>
          </a:xfrm>
          <a:prstGeom prst="rect">
            <a:avLst/>
          </a:prstGeom>
        </p:spPr>
      </p:pic>
      <p:pic>
        <p:nvPicPr>
          <p:cNvPr id="14" name="Picture 13" descr="A cartoon of a cat&#10;&#10;Description automatically generated">
            <a:extLst>
              <a:ext uri="{FF2B5EF4-FFF2-40B4-BE49-F238E27FC236}">
                <a16:creationId xmlns:a16="http://schemas.microsoft.com/office/drawing/2014/main" id="{CDD74A19-E414-261F-274D-8D8CA2373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13644" y="4097340"/>
            <a:ext cx="435079" cy="79243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CD3C2AF-981D-F4CA-585D-32D997961F48}"/>
              </a:ext>
            </a:extLst>
          </p:cNvPr>
          <p:cNvGrpSpPr/>
          <p:nvPr/>
        </p:nvGrpSpPr>
        <p:grpSpPr>
          <a:xfrm>
            <a:off x="1837155" y="4199690"/>
            <a:ext cx="478432" cy="689260"/>
            <a:chOff x="10221072" y="3289301"/>
            <a:chExt cx="1268141" cy="22478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F3F05C7-482D-CFE4-E87E-5F28220F5810}"/>
                </a:ext>
              </a:extLst>
            </p:cNvPr>
            <p:cNvSpPr/>
            <p:nvPr/>
          </p:nvSpPr>
          <p:spPr>
            <a:xfrm>
              <a:off x="10221979" y="3298952"/>
              <a:ext cx="1267234" cy="2231146"/>
            </a:xfrm>
            <a:prstGeom prst="round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5A29BE-FDD3-F753-833E-7CFA7E605D06}"/>
                </a:ext>
              </a:extLst>
            </p:cNvPr>
            <p:cNvSpPr/>
            <p:nvPr/>
          </p:nvSpPr>
          <p:spPr>
            <a:xfrm>
              <a:off x="10221072" y="3638322"/>
              <a:ext cx="1262709" cy="1596181"/>
            </a:xfrm>
            <a:prstGeom prst="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7A2ED7-449B-0F95-4528-E9D8EF7D2B6D}"/>
                </a:ext>
              </a:extLst>
            </p:cNvPr>
            <p:cNvSpPr/>
            <p:nvPr/>
          </p:nvSpPr>
          <p:spPr>
            <a:xfrm>
              <a:off x="10221072" y="3962873"/>
              <a:ext cx="1262709" cy="968243"/>
            </a:xfrm>
            <a:prstGeom prst="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0169D1-B35E-F5E3-47CF-4F5216105955}"/>
                </a:ext>
              </a:extLst>
            </p:cNvPr>
            <p:cNvSpPr/>
            <p:nvPr/>
          </p:nvSpPr>
          <p:spPr>
            <a:xfrm>
              <a:off x="10221072" y="4308595"/>
              <a:ext cx="1262709" cy="333246"/>
            </a:xfrm>
            <a:prstGeom prst="rect">
              <a:avLst/>
            </a:prstGeom>
            <a:solidFill>
              <a:srgbClr val="7D340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5F5D1EF-1F85-1AAC-F249-BAF981266748}"/>
                </a:ext>
              </a:extLst>
            </p:cNvPr>
            <p:cNvCxnSpPr/>
            <p:nvPr/>
          </p:nvCxnSpPr>
          <p:spPr>
            <a:xfrm flipH="1">
              <a:off x="10622278" y="3289301"/>
              <a:ext cx="4799" cy="2233786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80D4156-E688-6766-470D-BBBA76227E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9722" y="3303412"/>
              <a:ext cx="4799" cy="223378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200EC4-6C12-3648-EDC8-624160FBC580}"/>
              </a:ext>
            </a:extLst>
          </p:cNvPr>
          <p:cNvSpPr txBox="1">
            <a:spLocks/>
          </p:cNvSpPr>
          <p:nvPr/>
        </p:nvSpPr>
        <p:spPr>
          <a:xfrm>
            <a:off x="2371323" y="1181117"/>
            <a:ext cx="7449354" cy="4793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SHOP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 pitchFamily="2" charset="0"/>
                <a:cs typeface="Dreaming Outloud Pro" panose="020F0502020204030204" pitchFamily="66" charset="0"/>
              </a:rPr>
              <a:t>MENU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 – DEFENSE</a:t>
            </a:r>
            <a:endParaRPr lang="en-US" sz="2800">
              <a:ln w="19050">
                <a:solidFill>
                  <a:schemeClr val="tx1"/>
                </a:solidFill>
              </a:ln>
              <a:solidFill>
                <a:schemeClr val="bg1"/>
              </a:solidFill>
              <a:latin typeface="Pixelify Sans" pitchFamily="2" charset="0"/>
            </a:endParaRPr>
          </a:p>
        </p:txBody>
      </p:sp>
      <p:pic>
        <p:nvPicPr>
          <p:cNvPr id="25" name="Picture 24" descr="A pixelated coin with a letter i&#10;&#10;Description automatically generated">
            <a:extLst>
              <a:ext uri="{FF2B5EF4-FFF2-40B4-BE49-F238E27FC236}">
                <a16:creationId xmlns:a16="http://schemas.microsoft.com/office/drawing/2014/main" id="{6742CFE5-5A24-F104-57F2-0AC62C20F6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71" y="1769074"/>
            <a:ext cx="476251" cy="476251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C337A7C-F4B0-ECD2-08EE-DAB28CEE0544}"/>
              </a:ext>
            </a:extLst>
          </p:cNvPr>
          <p:cNvSpPr txBox="1">
            <a:spLocks/>
          </p:cNvSpPr>
          <p:nvPr/>
        </p:nvSpPr>
        <p:spPr>
          <a:xfrm>
            <a:off x="1555006" y="1765626"/>
            <a:ext cx="4770550" cy="503071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latin typeface="Pixelify Sans"/>
              </a:rPr>
              <a:t>In-game Currencies</a:t>
            </a:r>
            <a:endParaRPr lang="en-US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98EE411-C097-F574-2DE6-26BE1B9F3C64}"/>
              </a:ext>
            </a:extLst>
          </p:cNvPr>
          <p:cNvSpPr txBox="1">
            <a:spLocks/>
          </p:cNvSpPr>
          <p:nvPr/>
        </p:nvSpPr>
        <p:spPr>
          <a:xfrm>
            <a:off x="7465151" y="1771157"/>
            <a:ext cx="3046979" cy="500859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latin typeface="Pixelify Sans"/>
              </a:rPr>
              <a:t>Press B to buy</a:t>
            </a:r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F0DCE9F-E273-4A7E-769B-66A423BBE071}"/>
              </a:ext>
            </a:extLst>
          </p:cNvPr>
          <p:cNvSpPr txBox="1">
            <a:spLocks/>
          </p:cNvSpPr>
          <p:nvPr/>
        </p:nvSpPr>
        <p:spPr>
          <a:xfrm>
            <a:off x="1555006" y="2469600"/>
            <a:ext cx="3046979" cy="503071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latin typeface="Pixelify Sans"/>
              </a:rPr>
              <a:t>Shop Items</a:t>
            </a:r>
          </a:p>
        </p:txBody>
      </p:sp>
    </p:spTree>
    <p:extLst>
      <p:ext uri="{BB962C8B-B14F-4D97-AF65-F5344CB8AC3E}">
        <p14:creationId xmlns:p14="http://schemas.microsoft.com/office/powerpoint/2010/main" val="3283848011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GAME </a:t>
            </a:r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rgbClr val="7D340D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MECHANICS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rgbClr val="7D340D"/>
              </a:solidFill>
              <a:latin typeface="Press Start 2P" panose="000005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9D003E-3FE0-96EE-5766-0F2745900FC9}"/>
              </a:ext>
            </a:extLst>
          </p:cNvPr>
          <p:cNvGrpSpPr/>
          <p:nvPr/>
        </p:nvGrpSpPr>
        <p:grpSpPr>
          <a:xfrm>
            <a:off x="4241509" y="4373651"/>
            <a:ext cx="3090797" cy="866775"/>
            <a:chOff x="976714" y="4521759"/>
            <a:chExt cx="3090797" cy="866775"/>
          </a:xfrm>
        </p:grpSpPr>
        <p:pic>
          <p:nvPicPr>
            <p:cNvPr id="7" name="Picture 6" descr="A brown and green wall&#10;&#10;Description automatically generated">
              <a:extLst>
                <a:ext uri="{FF2B5EF4-FFF2-40B4-BE49-F238E27FC236}">
                  <a16:creationId xmlns:a16="http://schemas.microsoft.com/office/drawing/2014/main" id="{B604CBDA-0010-563E-EDBB-B4E90D8AE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714" y="4521759"/>
              <a:ext cx="1609725" cy="866775"/>
            </a:xfrm>
            <a:prstGeom prst="rect">
              <a:avLst/>
            </a:prstGeom>
          </p:spPr>
        </p:pic>
        <p:pic>
          <p:nvPicPr>
            <p:cNvPr id="8" name="Picture 7" descr="A brown and green wall&#10;&#10;Description automatically generated">
              <a:extLst>
                <a:ext uri="{FF2B5EF4-FFF2-40B4-BE49-F238E27FC236}">
                  <a16:creationId xmlns:a16="http://schemas.microsoft.com/office/drawing/2014/main" id="{5F9D14B0-4C90-287F-AA39-9845A74A8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7786" y="4521759"/>
              <a:ext cx="1609725" cy="866775"/>
            </a:xfrm>
            <a:prstGeom prst="rect">
              <a:avLst/>
            </a:prstGeom>
          </p:spPr>
        </p:pic>
      </p:grpSp>
      <p:pic>
        <p:nvPicPr>
          <p:cNvPr id="9" name="Picture 8" descr="A pixelated square with black squares&#10;&#10;Description automatically generated">
            <a:extLst>
              <a:ext uri="{FF2B5EF4-FFF2-40B4-BE49-F238E27FC236}">
                <a16:creationId xmlns:a16="http://schemas.microsoft.com/office/drawing/2014/main" id="{9D0EA9F6-9C3F-90F2-F9BB-BB0B41EB50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483" y="2741247"/>
            <a:ext cx="645089" cy="645089"/>
          </a:xfrm>
          <a:prstGeom prst="rect">
            <a:avLst/>
          </a:prstGeom>
        </p:spPr>
      </p:pic>
      <p:pic>
        <p:nvPicPr>
          <p:cNvPr id="10" name="Picture 9" descr="A cartoon bug on a black background&#10;&#10;Description automatically generated">
            <a:extLst>
              <a:ext uri="{FF2B5EF4-FFF2-40B4-BE49-F238E27FC236}">
                <a16:creationId xmlns:a16="http://schemas.microsoft.com/office/drawing/2014/main" id="{B5680C68-6E88-16A3-C1D8-52A4EE942E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651" t="30389" r="48020" b="34034"/>
          <a:stretch/>
        </p:blipFill>
        <p:spPr>
          <a:xfrm flipH="1">
            <a:off x="4279979" y="3001639"/>
            <a:ext cx="1033653" cy="156501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CFC412E-8C5F-F478-F28E-3890AAFB0CB2}"/>
              </a:ext>
            </a:extLst>
          </p:cNvPr>
          <p:cNvGrpSpPr/>
          <p:nvPr/>
        </p:nvGrpSpPr>
        <p:grpSpPr>
          <a:xfrm>
            <a:off x="7903336" y="3699585"/>
            <a:ext cx="645089" cy="645089"/>
            <a:chOff x="6312795" y="3176983"/>
            <a:chExt cx="645089" cy="645089"/>
          </a:xfrm>
        </p:grpSpPr>
        <p:pic>
          <p:nvPicPr>
            <p:cNvPr id="15" name="Picture 14" descr="A pixelated square with black squares&#10;&#10;Description automatically generated">
              <a:extLst>
                <a:ext uri="{FF2B5EF4-FFF2-40B4-BE49-F238E27FC236}">
                  <a16:creationId xmlns:a16="http://schemas.microsoft.com/office/drawing/2014/main" id="{74EF1306-E00A-4FE8-2D88-4E3C5BE54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2795" y="3176983"/>
              <a:ext cx="645089" cy="645089"/>
            </a:xfrm>
            <a:prstGeom prst="rect">
              <a:avLst/>
            </a:prstGeom>
          </p:spPr>
        </p:pic>
        <p:pic>
          <p:nvPicPr>
            <p:cNvPr id="14" name="Picture 13" descr="A mouse cursor with a black background&#10;&#10;Description automatically generated">
              <a:extLst>
                <a:ext uri="{FF2B5EF4-FFF2-40B4-BE49-F238E27FC236}">
                  <a16:creationId xmlns:a16="http://schemas.microsoft.com/office/drawing/2014/main" id="{EF01EC0A-44CC-3650-1E8B-0BA8CCF66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5339" y="3485841"/>
              <a:ext cx="140594" cy="222607"/>
            </a:xfrm>
            <a:prstGeom prst="rect">
              <a:avLst/>
            </a:prstGeom>
          </p:spPr>
        </p:pic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84A6AF-705C-059B-63E1-2C15500FF661}"/>
              </a:ext>
            </a:extLst>
          </p:cNvPr>
          <p:cNvSpPr txBox="1">
            <a:spLocks/>
          </p:cNvSpPr>
          <p:nvPr/>
        </p:nvSpPr>
        <p:spPr>
          <a:xfrm>
            <a:off x="3466037" y="5397676"/>
            <a:ext cx="4951979" cy="638019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latin typeface="Pixelify Sans"/>
              </a:rPr>
              <a:t>Press Q to build barricade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A1BED9-CDA7-D8EA-B144-162FBC463971}"/>
              </a:ext>
            </a:extLst>
          </p:cNvPr>
          <p:cNvSpPr txBox="1">
            <a:spLocks/>
          </p:cNvSpPr>
          <p:nvPr/>
        </p:nvSpPr>
        <p:spPr>
          <a:xfrm>
            <a:off x="2371323" y="1181117"/>
            <a:ext cx="7449354" cy="4793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BARRICADES</a:t>
            </a:r>
            <a:endParaRPr lang="en-US" sz="2800">
              <a:ln w="19050">
                <a:solidFill>
                  <a:schemeClr val="tx1"/>
                </a:solidFill>
              </a:ln>
              <a:solidFill>
                <a:schemeClr val="bg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484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0.00278 L 6.25E-7 -0.00254 C -0.04779 0.00648 -0.0138 0.00093 -0.0944 0.00301 C -0.17188 0.00533 -0.1112 0.00463 -0.18594 0.00463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97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7.40741E-7 L 2.08333E-7 -0.03449 " pathEditMode="relative" rAng="0" ptsTypes="AA">
                                      <p:cBhvr>
                                        <p:cTn id="1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"/>
                            </p:stCondLst>
                            <p:childTnLst>
                              <p:par>
                                <p:cTn id="18" presetID="42" presetClass="path" presetSubtype="0" accel="50000" decel="5000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08333E-7 7.40741E-7 L 2.08333E-7 0.14491 " pathEditMode="relative" rAng="0" ptsTypes="AA">
                                      <p:cBhvr>
                                        <p:cTn id="19" dur="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245"/>
                                    </p:animMotion>
                                  </p:childTnLst>
                                  <p:subTnLst>
                                    <p:audio>
                                      <p:cMediaNode vol="24000"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63" presetClass="path" presetSubtype="0" accel="50000" de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6.25E-7 -1.85185E-6 L 0.05768 -1.85185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63" presetClass="path" presetSubtype="0" accel="50000" de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5768 -1.85185E-6 L 0.25 -1.85185E-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09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FEASIBILITY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Press Start 2P" panose="000005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1C496-4B43-4731-62B7-D1413B59C4FB}"/>
              </a:ext>
            </a:extLst>
          </p:cNvPr>
          <p:cNvSpPr txBox="1">
            <a:spLocks/>
          </p:cNvSpPr>
          <p:nvPr/>
        </p:nvSpPr>
        <p:spPr>
          <a:xfrm>
            <a:off x="2371323" y="1181117"/>
            <a:ext cx="7449354" cy="4793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DELIVERY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 pitchFamily="2" charset="0"/>
                <a:cs typeface="Dreaming Outloud Pro" panose="020F0502020204030204" pitchFamily="66" charset="0"/>
              </a:rPr>
              <a:t>PLAN</a:t>
            </a:r>
            <a:endParaRPr lang="en-US" sz="2800">
              <a:ln w="19050">
                <a:solidFill>
                  <a:schemeClr val="tx1"/>
                </a:solidFill>
              </a:ln>
              <a:solidFill>
                <a:srgbClr val="7D340D"/>
              </a:solidFill>
              <a:latin typeface="Pixelify Sans" pitchFamily="2" charset="0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94BABC1-4612-A2ED-75B1-BC65ADE8A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931301"/>
              </p:ext>
            </p:extLst>
          </p:nvPr>
        </p:nvGraphicFramePr>
        <p:xfrm>
          <a:off x="754600" y="1830177"/>
          <a:ext cx="10682799" cy="4213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468">
                  <a:extLst>
                    <a:ext uri="{9D8B030D-6E8A-4147-A177-3AD203B41FA5}">
                      <a16:colId xmlns:a16="http://schemas.microsoft.com/office/drawing/2014/main" val="2751210462"/>
                    </a:ext>
                  </a:extLst>
                </a:gridCol>
                <a:gridCol w="6928833">
                  <a:extLst>
                    <a:ext uri="{9D8B030D-6E8A-4147-A177-3AD203B41FA5}">
                      <a16:colId xmlns:a16="http://schemas.microsoft.com/office/drawing/2014/main" val="3147255207"/>
                    </a:ext>
                  </a:extLst>
                </a:gridCol>
                <a:gridCol w="2164498">
                  <a:extLst>
                    <a:ext uri="{9D8B030D-6E8A-4147-A177-3AD203B41FA5}">
                      <a16:colId xmlns:a16="http://schemas.microsoft.com/office/drawing/2014/main" val="3298379063"/>
                    </a:ext>
                  </a:extLst>
                </a:gridCol>
              </a:tblGrid>
              <a:tr h="380824">
                <a:tc>
                  <a:txBody>
                    <a:bodyPr/>
                    <a:lstStyle/>
                    <a:p>
                      <a:pPr lvl="0" algn="ctr"/>
                      <a:r>
                        <a:rPr lang="en-US" sz="2800">
                          <a:solidFill>
                            <a:schemeClr val="bg1"/>
                          </a:solidFill>
                          <a:latin typeface="Pixelify Sans"/>
                        </a:rPr>
                        <a:t>Week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800">
                          <a:solidFill>
                            <a:schemeClr val="bg1"/>
                          </a:solidFill>
                          <a:latin typeface="Pixelify Sans"/>
                        </a:rPr>
                        <a:t>Goal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800">
                          <a:solidFill>
                            <a:schemeClr val="bg1"/>
                          </a:solidFill>
                          <a:latin typeface="Pixelify Sans"/>
                        </a:rPr>
                        <a:t>Time (hrs)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106104"/>
                  </a:ext>
                </a:extLst>
              </a:tr>
              <a:tr h="562397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Pixelify Sans"/>
                        </a:rPr>
                        <a:t>8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Main menu, Map Boundaries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Pixelify Sans"/>
                        </a:rPr>
                        <a:t>, Collision, Player &amp; enemy movement, Pitch Presentation, Plan Review.</a:t>
                      </a:r>
                      <a:endParaRPr lang="en-US">
                        <a:solidFill>
                          <a:schemeClr val="tx1"/>
                        </a:solidFill>
                        <a:latin typeface="Pixelify Sans"/>
                      </a:endParaRP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24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075246"/>
                  </a:ext>
                </a:extLst>
              </a:tr>
              <a:tr h="585579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Pixelify Sans"/>
                        </a:rPr>
                        <a:t>9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Horizontal panning camera 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Pixelify Sans"/>
                        </a:rPr>
                        <a:t>view,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 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Pixelify Sans"/>
                        </a:rPr>
                        <a:t>health and damage system,  level backgrounds, buff meter and slots</a:t>
                      </a:r>
                      <a:endParaRPr lang="en-US">
                        <a:solidFill>
                          <a:schemeClr val="tx1"/>
                        </a:solidFill>
                        <a:latin typeface="Pixelify Sans"/>
                      </a:endParaRP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24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072012"/>
                  </a:ext>
                </a:extLst>
              </a:tr>
              <a:tr h="6152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Pixelify Sans"/>
                        </a:rPr>
                        <a:t>10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Pixelify Sans"/>
                        </a:rPr>
                        <a:t>Enemy attacking logic and drops, boss mechanics. 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Supporting allies,  barricades</a:t>
                      </a:r>
                      <a:endParaRPr lang="en-US" sz="1800" b="0" i="0" u="none" strike="noStrike" noProof="0">
                        <a:solidFill>
                          <a:schemeClr val="tx1"/>
                        </a:solidFill>
                        <a:latin typeface="Pixelify Sans"/>
                      </a:endParaRP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24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265515"/>
                  </a:ext>
                </a:extLst>
              </a:tr>
              <a:tr h="54735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Pixelify Sans"/>
                        </a:rPr>
                        <a:t>11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Pixelify Sans"/>
                        </a:rPr>
                        <a:t>Different shot mechanics (buffs), 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shop and pause menu 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Pixelify Sans"/>
                        </a:rPr>
                        <a:t>overlays, 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user interface and 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Pixelify Sans"/>
                        </a:rPr>
                        <a:t>refining sprites.</a:t>
                      </a:r>
                      <a:endParaRPr lang="en-US">
                        <a:solidFill>
                          <a:schemeClr val="tx1"/>
                        </a:solidFill>
                        <a:latin typeface="Pixelify Sans"/>
                      </a:endParaRP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24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100356"/>
                  </a:ext>
                </a:extLst>
              </a:tr>
              <a:tr h="494549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Pixelify Sans"/>
                        </a:rPr>
                        <a:t>12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Damage effect, credits, icons and design, 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Pixelify Sans"/>
                        </a:rPr>
                        <a:t> music, SFX, backgrounds, Playtesting.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24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41215"/>
                  </a:ext>
                </a:extLst>
              </a:tr>
              <a:tr h="494549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Pixelify Sans"/>
                        </a:rPr>
                        <a:t>13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Cleaning up code, bug fixing and submission prep.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Pixelify Sans"/>
                        </a:rPr>
                        <a:t>24</a:t>
                      </a:r>
                    </a:p>
                  </a:txBody>
                  <a:tcPr marL="45720" marR="4572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669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45334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FEASIBILITY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Press Start 2P" panose="000005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1C496-4B43-4731-62B7-D1413B59C4FB}"/>
              </a:ext>
            </a:extLst>
          </p:cNvPr>
          <p:cNvSpPr txBox="1">
            <a:spLocks/>
          </p:cNvSpPr>
          <p:nvPr/>
        </p:nvSpPr>
        <p:spPr>
          <a:xfrm>
            <a:off x="2371323" y="1181117"/>
            <a:ext cx="7449354" cy="4793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RISKS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 pitchFamily="2" charset="0"/>
                <a:cs typeface="Dreaming Outloud Pro" panose="020F0502020204030204" pitchFamily="66" charset="0"/>
              </a:rPr>
              <a:t>IDENTIFIED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 pitchFamily="2" charset="0"/>
                <a:cs typeface="Dreaming Outloud Pro" panose="020F0502020204030204" pitchFamily="66" charset="0"/>
              </a:rPr>
              <a:t> &amp;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 pitchFamily="2" charset="0"/>
                <a:cs typeface="Dreaming Outloud Pro" panose="020F0502020204030204" pitchFamily="66" charset="0"/>
              </a:rPr>
              <a:t>MITIGATIONS</a:t>
            </a:r>
            <a:endParaRPr lang="en-US" sz="2800">
              <a:ln w="19050">
                <a:solidFill>
                  <a:schemeClr val="tx1"/>
                </a:solidFill>
              </a:ln>
              <a:solidFill>
                <a:srgbClr val="7D340D"/>
              </a:solidFill>
              <a:latin typeface="Pixelify Sans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5190EDA-2593-05F2-341B-48DF71669B29}"/>
              </a:ext>
            </a:extLst>
          </p:cNvPr>
          <p:cNvSpPr txBox="1">
            <a:spLocks/>
          </p:cNvSpPr>
          <p:nvPr/>
        </p:nvSpPr>
        <p:spPr>
          <a:xfrm>
            <a:off x="1723354" y="1825663"/>
            <a:ext cx="3411291" cy="619238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 w="3810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>
                <a:solidFill>
                  <a:srgbClr val="C00000"/>
                </a:solidFill>
                <a:latin typeface="Pixelify Sans"/>
              </a:rPr>
              <a:t>RISKS</a:t>
            </a:r>
            <a:endParaRPr lang="en-US" sz="3200">
              <a:solidFill>
                <a:srgbClr val="C0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B5E61FA-9923-414D-2BA9-3B48B894F5B8}"/>
              </a:ext>
            </a:extLst>
          </p:cNvPr>
          <p:cNvSpPr txBox="1">
            <a:spLocks/>
          </p:cNvSpPr>
          <p:nvPr/>
        </p:nvSpPr>
        <p:spPr>
          <a:xfrm>
            <a:off x="7057355" y="1814381"/>
            <a:ext cx="3411291" cy="619238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 w="3810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>
                <a:solidFill>
                  <a:srgbClr val="00B050"/>
                </a:solidFill>
                <a:latin typeface="Pixelify Sans"/>
              </a:rPr>
              <a:t>MITIGATIONS</a:t>
            </a:r>
            <a:endParaRPr lang="en-US" sz="3200">
              <a:solidFill>
                <a:srgbClr val="00B050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0E1E833-FC61-69DD-E69C-6D0BFA88E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307" y="2757983"/>
            <a:ext cx="4805186" cy="496144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>
                <a:latin typeface="Pixelify Sans"/>
              </a:rPr>
              <a:t>Horizontal panning camera view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EA848CD-3399-8646-CE70-4EE37AF29B13}"/>
              </a:ext>
            </a:extLst>
          </p:cNvPr>
          <p:cNvSpPr txBox="1">
            <a:spLocks/>
          </p:cNvSpPr>
          <p:nvPr/>
        </p:nvSpPr>
        <p:spPr>
          <a:xfrm>
            <a:off x="986307" y="3669286"/>
            <a:ext cx="4812113" cy="856361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latin typeface="Pixelify Sans"/>
              </a:rPr>
              <a:t>A* Pathfinding algorithm</a:t>
            </a:r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F65147B-7E1D-AD76-711E-C3BFADC5C5C9}"/>
              </a:ext>
            </a:extLst>
          </p:cNvPr>
          <p:cNvSpPr txBox="1">
            <a:spLocks/>
          </p:cNvSpPr>
          <p:nvPr/>
        </p:nvSpPr>
        <p:spPr>
          <a:xfrm>
            <a:off x="986307" y="4942495"/>
            <a:ext cx="4805186" cy="870215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2">
              <a:lumMod val="90000"/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latin typeface="Pixelify Sans"/>
              </a:rPr>
              <a:t>Different attack types</a:t>
            </a:r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79910D1-4A89-FD0B-9B4D-3E8C6342A131}"/>
              </a:ext>
            </a:extLst>
          </p:cNvPr>
          <p:cNvSpPr txBox="1">
            <a:spLocks/>
          </p:cNvSpPr>
          <p:nvPr/>
        </p:nvSpPr>
        <p:spPr>
          <a:xfrm>
            <a:off x="6377725" y="2757984"/>
            <a:ext cx="4770550" cy="502998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latin typeface="Pixelify Sans"/>
              </a:rPr>
              <a:t>Static camera view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581CE52-7D58-C5B1-3F1E-FB9311DC4F77}"/>
              </a:ext>
            </a:extLst>
          </p:cNvPr>
          <p:cNvSpPr txBox="1">
            <a:spLocks/>
          </p:cNvSpPr>
          <p:nvPr/>
        </p:nvSpPr>
        <p:spPr>
          <a:xfrm>
            <a:off x="6377725" y="3667259"/>
            <a:ext cx="4770550" cy="867337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2000">
                <a:latin typeface="Pixelify Sans"/>
                <a:cs typeface="Calibri"/>
              </a:rPr>
              <a:t>Focus on simpler code so enemy will move to nearby target, destroying obstacles in its way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B7D34363-B0A9-3104-F115-F3C6B31048E7}"/>
              </a:ext>
            </a:extLst>
          </p:cNvPr>
          <p:cNvSpPr txBox="1">
            <a:spLocks/>
          </p:cNvSpPr>
          <p:nvPr/>
        </p:nvSpPr>
        <p:spPr>
          <a:xfrm>
            <a:off x="6377725" y="4940806"/>
            <a:ext cx="4770550" cy="867337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2">
              <a:lumMod val="90000"/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latin typeface="Pixelify Sans"/>
              </a:rPr>
              <a:t>Focus on one attack type and damage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710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 animBg="1"/>
      <p:bldP spid="21" grpId="0" animBg="1"/>
      <p:bldP spid="22" grpId="0" animBg="1"/>
      <p:bldP spid="24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D0C9B-4847-29D7-F97A-F9A0915EEC4F}"/>
              </a:ext>
            </a:extLst>
          </p:cNvPr>
          <p:cNvSpPr txBox="1">
            <a:spLocks/>
          </p:cNvSpPr>
          <p:nvPr/>
        </p:nvSpPr>
        <p:spPr>
          <a:xfrm>
            <a:off x="348804" y="345045"/>
            <a:ext cx="11494393" cy="942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FEASIBILITY</a:t>
            </a:r>
            <a:endParaRPr lang="en-US" sz="540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Press Start 2P" panose="000005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1C496-4B43-4731-62B7-D1413B59C4FB}"/>
              </a:ext>
            </a:extLst>
          </p:cNvPr>
          <p:cNvSpPr txBox="1">
            <a:spLocks/>
          </p:cNvSpPr>
          <p:nvPr/>
        </p:nvSpPr>
        <p:spPr>
          <a:xfrm>
            <a:off x="2371323" y="1181117"/>
            <a:ext cx="7449354" cy="4793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/>
                <a:cs typeface="Dreaming Outloud Pro"/>
              </a:rPr>
              <a:t>RISKS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/>
                <a:cs typeface="Dreaming Outloud Pro"/>
              </a:rPr>
              <a:t>IDENTIFIED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/>
                <a:cs typeface="Dreaming Outloud Pro"/>
              </a:rPr>
              <a:t> &amp;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rgbClr val="7D340D"/>
                </a:solidFill>
                <a:latin typeface="Pixelify Sans"/>
                <a:cs typeface="Dreaming Outloud Pro"/>
              </a:rPr>
              <a:t>MITIGATIONS </a:t>
            </a:r>
            <a:r>
              <a:rPr lang="en-US" sz="2800" b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ify Sans"/>
                <a:cs typeface="Dreaming Outloud Pro"/>
              </a:rPr>
              <a:t>CONT’D</a:t>
            </a:r>
            <a:endParaRPr lang="en-US" sz="2800">
              <a:ln w="19050">
                <a:solidFill>
                  <a:schemeClr val="tx1"/>
                </a:solidFill>
              </a:ln>
              <a:solidFill>
                <a:schemeClr val="bg1"/>
              </a:solidFill>
              <a:latin typeface="Pixelify Sans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5190EDA-2593-05F2-341B-48DF71669B29}"/>
              </a:ext>
            </a:extLst>
          </p:cNvPr>
          <p:cNvSpPr txBox="1">
            <a:spLocks/>
          </p:cNvSpPr>
          <p:nvPr/>
        </p:nvSpPr>
        <p:spPr>
          <a:xfrm>
            <a:off x="1723354" y="1825663"/>
            <a:ext cx="3411291" cy="619238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 w="3810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>
                <a:solidFill>
                  <a:srgbClr val="C00000"/>
                </a:solidFill>
                <a:latin typeface="Pixelify Sans"/>
              </a:rPr>
              <a:t>RISKS</a:t>
            </a:r>
            <a:endParaRPr lang="en-US" sz="3200">
              <a:solidFill>
                <a:srgbClr val="C0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B5E61FA-9923-414D-2BA9-3B48B894F5B8}"/>
              </a:ext>
            </a:extLst>
          </p:cNvPr>
          <p:cNvSpPr txBox="1">
            <a:spLocks/>
          </p:cNvSpPr>
          <p:nvPr/>
        </p:nvSpPr>
        <p:spPr>
          <a:xfrm>
            <a:off x="7057355" y="1814381"/>
            <a:ext cx="3411291" cy="619238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 w="3810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>
                <a:solidFill>
                  <a:srgbClr val="00B050"/>
                </a:solidFill>
                <a:latin typeface="Pixelify Sans"/>
              </a:rPr>
              <a:t>MITIGATIONS</a:t>
            </a:r>
            <a:endParaRPr lang="en-US" sz="3200">
              <a:solidFill>
                <a:srgbClr val="00B05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3C49C2-4650-AF5C-A0D0-F41FC9BBA327}"/>
              </a:ext>
            </a:extLst>
          </p:cNvPr>
          <p:cNvSpPr txBox="1">
            <a:spLocks/>
          </p:cNvSpPr>
          <p:nvPr/>
        </p:nvSpPr>
        <p:spPr>
          <a:xfrm>
            <a:off x="986307" y="2771290"/>
            <a:ext cx="4798258" cy="863288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>
              <a:lumMod val="95000"/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latin typeface="Pixelify Sans" pitchFamily="2" charset="0"/>
              </a:rPr>
              <a:t>Varying level layouts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6E7E27-3E9C-9897-7EF1-68CD5E670BEF}"/>
              </a:ext>
            </a:extLst>
          </p:cNvPr>
          <p:cNvSpPr txBox="1">
            <a:spLocks/>
          </p:cNvSpPr>
          <p:nvPr/>
        </p:nvSpPr>
        <p:spPr>
          <a:xfrm>
            <a:off x="6377725" y="2769266"/>
            <a:ext cx="4770550" cy="867337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bg1">
              <a:lumMod val="95000"/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latin typeface="Pixelify Sans"/>
              </a:rPr>
              <a:t>Increase enemies’ stat values and count per level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0F3FEB2-C5E2-A362-0AFC-057039064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307" y="4068250"/>
            <a:ext cx="4805186" cy="863288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>
                <a:latin typeface="Pixelify Sans"/>
              </a:rPr>
              <a:t>Unique boss attack patterns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8BBFF3A-2710-5FF6-EA74-054C108727A8}"/>
              </a:ext>
            </a:extLst>
          </p:cNvPr>
          <p:cNvSpPr txBox="1">
            <a:spLocks/>
          </p:cNvSpPr>
          <p:nvPr/>
        </p:nvSpPr>
        <p:spPr>
          <a:xfrm>
            <a:off x="6377725" y="4068250"/>
            <a:ext cx="4770550" cy="863288"/>
          </a:xfrm>
          <a:custGeom>
            <a:avLst/>
            <a:gdLst>
              <a:gd name="connsiteX0" fmla="*/ 0 w 5607676"/>
              <a:gd name="connsiteY0" fmla="*/ 267235 h 1603375"/>
              <a:gd name="connsiteX1" fmla="*/ 267235 w 5607676"/>
              <a:gd name="connsiteY1" fmla="*/ 0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267235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267235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0 w 5607676"/>
              <a:gd name="connsiteY7" fmla="*/ 1336140 h 1603375"/>
              <a:gd name="connsiteX8" fmla="*/ 0 w 5607676"/>
              <a:gd name="connsiteY8" fmla="*/ 150554 h 1603375"/>
              <a:gd name="connsiteX0" fmla="*/ 0 w 5607676"/>
              <a:gd name="connsiteY0" fmla="*/ 150554 h 1603375"/>
              <a:gd name="connsiteX1" fmla="*/ 150554 w 5607676"/>
              <a:gd name="connsiteY1" fmla="*/ 2381 h 1603375"/>
              <a:gd name="connsiteX2" fmla="*/ 5340441 w 5607676"/>
              <a:gd name="connsiteY2" fmla="*/ 0 h 1603375"/>
              <a:gd name="connsiteX3" fmla="*/ 5607676 w 5607676"/>
              <a:gd name="connsiteY3" fmla="*/ 267235 h 1603375"/>
              <a:gd name="connsiteX4" fmla="*/ 5607676 w 5607676"/>
              <a:gd name="connsiteY4" fmla="*/ 1336140 h 1603375"/>
              <a:gd name="connsiteX5" fmla="*/ 5340441 w 5607676"/>
              <a:gd name="connsiteY5" fmla="*/ 1603375 h 1603375"/>
              <a:gd name="connsiteX6" fmla="*/ 267235 w 5607676"/>
              <a:gd name="connsiteY6" fmla="*/ 1603375 h 1603375"/>
              <a:gd name="connsiteX7" fmla="*/ 2381 w 5607676"/>
              <a:gd name="connsiteY7" fmla="*/ 1455202 h 1603375"/>
              <a:gd name="connsiteX8" fmla="*/ 0 w 5607676"/>
              <a:gd name="connsiteY8" fmla="*/ 150554 h 1603375"/>
              <a:gd name="connsiteX0" fmla="*/ 0 w 5607676"/>
              <a:gd name="connsiteY0" fmla="*/ 150554 h 1605756"/>
              <a:gd name="connsiteX1" fmla="*/ 150554 w 5607676"/>
              <a:gd name="connsiteY1" fmla="*/ 2381 h 1605756"/>
              <a:gd name="connsiteX2" fmla="*/ 5340441 w 5607676"/>
              <a:gd name="connsiteY2" fmla="*/ 0 h 1605756"/>
              <a:gd name="connsiteX3" fmla="*/ 5607676 w 5607676"/>
              <a:gd name="connsiteY3" fmla="*/ 267235 h 1605756"/>
              <a:gd name="connsiteX4" fmla="*/ 5607676 w 5607676"/>
              <a:gd name="connsiteY4" fmla="*/ 1336140 h 1605756"/>
              <a:gd name="connsiteX5" fmla="*/ 5340441 w 5607676"/>
              <a:gd name="connsiteY5" fmla="*/ 1603375 h 1605756"/>
              <a:gd name="connsiteX6" fmla="*/ 148173 w 5607676"/>
              <a:gd name="connsiteY6" fmla="*/ 1605756 h 1605756"/>
              <a:gd name="connsiteX7" fmla="*/ 2381 w 5607676"/>
              <a:gd name="connsiteY7" fmla="*/ 1455202 h 1605756"/>
              <a:gd name="connsiteX8" fmla="*/ 0 w 5607676"/>
              <a:gd name="connsiteY8" fmla="*/ 150554 h 1605756"/>
              <a:gd name="connsiteX0" fmla="*/ 0 w 5610057"/>
              <a:gd name="connsiteY0" fmla="*/ 150554 h 1605756"/>
              <a:gd name="connsiteX1" fmla="*/ 150554 w 5610057"/>
              <a:gd name="connsiteY1" fmla="*/ 2381 h 1605756"/>
              <a:gd name="connsiteX2" fmla="*/ 5340441 w 5610057"/>
              <a:gd name="connsiteY2" fmla="*/ 0 h 1605756"/>
              <a:gd name="connsiteX3" fmla="*/ 5610057 w 5610057"/>
              <a:gd name="connsiteY3" fmla="*/ 148172 h 1605756"/>
              <a:gd name="connsiteX4" fmla="*/ 5607676 w 5610057"/>
              <a:gd name="connsiteY4" fmla="*/ 1336140 h 1605756"/>
              <a:gd name="connsiteX5" fmla="*/ 5340441 w 5610057"/>
              <a:gd name="connsiteY5" fmla="*/ 1603375 h 1605756"/>
              <a:gd name="connsiteX6" fmla="*/ 148173 w 5610057"/>
              <a:gd name="connsiteY6" fmla="*/ 1605756 h 1605756"/>
              <a:gd name="connsiteX7" fmla="*/ 2381 w 5610057"/>
              <a:gd name="connsiteY7" fmla="*/ 1455202 h 1605756"/>
              <a:gd name="connsiteX8" fmla="*/ 0 w 5610057"/>
              <a:gd name="connsiteY8" fmla="*/ 150554 h 1605756"/>
              <a:gd name="connsiteX0" fmla="*/ 0 w 5610057"/>
              <a:gd name="connsiteY0" fmla="*/ 148175 h 1603377"/>
              <a:gd name="connsiteX1" fmla="*/ 150554 w 5610057"/>
              <a:gd name="connsiteY1" fmla="*/ 2 h 1603377"/>
              <a:gd name="connsiteX2" fmla="*/ 5461885 w 5610057"/>
              <a:gd name="connsiteY2" fmla="*/ 2 h 1603377"/>
              <a:gd name="connsiteX3" fmla="*/ 5610057 w 5610057"/>
              <a:gd name="connsiteY3" fmla="*/ 145793 h 1603377"/>
              <a:gd name="connsiteX4" fmla="*/ 5607676 w 5610057"/>
              <a:gd name="connsiteY4" fmla="*/ 1333761 h 1603377"/>
              <a:gd name="connsiteX5" fmla="*/ 5340441 w 5610057"/>
              <a:gd name="connsiteY5" fmla="*/ 1600996 h 1603377"/>
              <a:gd name="connsiteX6" fmla="*/ 148173 w 5610057"/>
              <a:gd name="connsiteY6" fmla="*/ 1603377 h 1603377"/>
              <a:gd name="connsiteX7" fmla="*/ 2381 w 5610057"/>
              <a:gd name="connsiteY7" fmla="*/ 1452823 h 1603377"/>
              <a:gd name="connsiteX8" fmla="*/ 0 w 5610057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340441 w 5612543"/>
              <a:gd name="connsiteY5" fmla="*/ 1600996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  <a:gd name="connsiteX0" fmla="*/ 0 w 5612543"/>
              <a:gd name="connsiteY0" fmla="*/ 148175 h 1603377"/>
              <a:gd name="connsiteX1" fmla="*/ 150554 w 5612543"/>
              <a:gd name="connsiteY1" fmla="*/ 2 h 1603377"/>
              <a:gd name="connsiteX2" fmla="*/ 5461885 w 5612543"/>
              <a:gd name="connsiteY2" fmla="*/ 2 h 1603377"/>
              <a:gd name="connsiteX3" fmla="*/ 5610057 w 5612543"/>
              <a:gd name="connsiteY3" fmla="*/ 145793 h 1603377"/>
              <a:gd name="connsiteX4" fmla="*/ 5612438 w 5612543"/>
              <a:gd name="connsiteY4" fmla="*/ 1452823 h 1603377"/>
              <a:gd name="connsiteX5" fmla="*/ 5461884 w 5612543"/>
              <a:gd name="connsiteY5" fmla="*/ 1598614 h 1603377"/>
              <a:gd name="connsiteX6" fmla="*/ 148173 w 5612543"/>
              <a:gd name="connsiteY6" fmla="*/ 1603377 h 1603377"/>
              <a:gd name="connsiteX7" fmla="*/ 2381 w 5612543"/>
              <a:gd name="connsiteY7" fmla="*/ 1452823 h 1603377"/>
              <a:gd name="connsiteX8" fmla="*/ 0 w 5612543"/>
              <a:gd name="connsiteY8" fmla="*/ 148175 h 1603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12543" h="1603377">
                <a:moveTo>
                  <a:pt x="0" y="148175"/>
                </a:moveTo>
                <a:cubicBezTo>
                  <a:pt x="0" y="585"/>
                  <a:pt x="2964" y="2"/>
                  <a:pt x="150554" y="2"/>
                </a:cubicBezTo>
                <a:lnTo>
                  <a:pt x="5461885" y="2"/>
                </a:lnTo>
                <a:cubicBezTo>
                  <a:pt x="5609475" y="2"/>
                  <a:pt x="5610057" y="-1797"/>
                  <a:pt x="5610057" y="145793"/>
                </a:cubicBezTo>
                <a:cubicBezTo>
                  <a:pt x="5609263" y="541782"/>
                  <a:pt x="5613232" y="1056834"/>
                  <a:pt x="5612438" y="1452823"/>
                </a:cubicBezTo>
                <a:cubicBezTo>
                  <a:pt x="5612438" y="1600413"/>
                  <a:pt x="5609474" y="1598614"/>
                  <a:pt x="5461884" y="1598614"/>
                </a:cubicBezTo>
                <a:lnTo>
                  <a:pt x="148173" y="1603377"/>
                </a:lnTo>
                <a:cubicBezTo>
                  <a:pt x="583" y="1603377"/>
                  <a:pt x="2381" y="1600413"/>
                  <a:pt x="2381" y="1452823"/>
                </a:cubicBezTo>
                <a:cubicBezTo>
                  <a:pt x="1587" y="1017940"/>
                  <a:pt x="794" y="583058"/>
                  <a:pt x="0" y="14817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 w="19050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latin typeface="Pixelify Sans"/>
              </a:rPr>
              <a:t>Increase subsequent boss’ stat values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1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uiExpand="1" build="p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red rectangular object with black border&#10;&#10;Description automatically generated">
            <a:extLst>
              <a:ext uri="{FF2B5EF4-FFF2-40B4-BE49-F238E27FC236}">
                <a16:creationId xmlns:a16="http://schemas.microsoft.com/office/drawing/2014/main" id="{6217B3E9-FAD2-2CDE-A3C2-5476F6C5B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750" y="3757633"/>
            <a:ext cx="2410497" cy="723149"/>
          </a:xfrm>
          <a:prstGeom prst="rect">
            <a:avLst/>
          </a:prstGeom>
        </p:spPr>
      </p:pic>
      <p:pic>
        <p:nvPicPr>
          <p:cNvPr id="7" name="Picture 6" descr="A white and black pixelated cloud&#10;&#10;Description automatically generated">
            <a:extLst>
              <a:ext uri="{FF2B5EF4-FFF2-40B4-BE49-F238E27FC236}">
                <a16:creationId xmlns:a16="http://schemas.microsoft.com/office/drawing/2014/main" id="{EEB59F99-13BB-F0D4-2C33-A2A2963D9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69" y="1407685"/>
            <a:ext cx="1657214" cy="828607"/>
          </a:xfrm>
          <a:prstGeom prst="rect">
            <a:avLst/>
          </a:prstGeom>
        </p:spPr>
      </p:pic>
      <p:pic>
        <p:nvPicPr>
          <p:cNvPr id="19" name="Picture 18" descr="A brown and green pixelated surface&#10;&#10;Description automatically generated with medium confidence">
            <a:extLst>
              <a:ext uri="{FF2B5EF4-FFF2-40B4-BE49-F238E27FC236}">
                <a16:creationId xmlns:a16="http://schemas.microsoft.com/office/drawing/2014/main" id="{6EAEFCC2-3A96-E735-C9A4-8F3A67C259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290" y="5334000"/>
            <a:ext cx="9525000" cy="1524000"/>
          </a:xfrm>
          <a:prstGeom prst="rect">
            <a:avLst/>
          </a:prstGeom>
        </p:spPr>
      </p:pic>
      <p:pic>
        <p:nvPicPr>
          <p:cNvPr id="16" name="Picture 15" descr="A brown and green pixelated surface&#10;&#10;Description automatically generated with medium confidence">
            <a:extLst>
              <a:ext uri="{FF2B5EF4-FFF2-40B4-BE49-F238E27FC236}">
                <a16:creationId xmlns:a16="http://schemas.microsoft.com/office/drawing/2014/main" id="{ECC53334-049D-D68C-7124-D4EFC5933B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9414" y="5334000"/>
            <a:ext cx="9525000" cy="152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335BD0-B521-E454-B10D-7FDCD1137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4319" y="499589"/>
            <a:ext cx="8363361" cy="232876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7200" b="1" kern="1200">
                <a:ln w="38100">
                  <a:solidFill>
                    <a:schemeClr val="tx1"/>
                  </a:solidFill>
                </a:ln>
                <a:solidFill>
                  <a:schemeClr val="accent2">
                    <a:lumMod val="49000"/>
                  </a:schemeClr>
                </a:solidFill>
                <a:latin typeface="Press Start 2P" panose="00000500000000000000" pitchFamily="2" charset="0"/>
                <a:cs typeface="Dreaming Outloud Pro" panose="020F0502020204030204" pitchFamily="66" charset="0"/>
              </a:rPr>
              <a:t>THANK YOU</a:t>
            </a:r>
            <a:endParaRPr lang="en-US" sz="7200">
              <a:ln w="38100">
                <a:solidFill>
                  <a:schemeClr val="tx1"/>
                </a:solidFill>
              </a:ln>
              <a:latin typeface="Press Start 2P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FA898-9E7C-E702-BCEE-BC8B22590D33}"/>
              </a:ext>
            </a:extLst>
          </p:cNvPr>
          <p:cNvSpPr txBox="1"/>
          <p:nvPr/>
        </p:nvSpPr>
        <p:spPr>
          <a:xfrm>
            <a:off x="4935826" y="3919153"/>
            <a:ext cx="241049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 b="1">
                <a:latin typeface="Press Start 2P"/>
              </a:rPr>
              <a:t>QUIT</a:t>
            </a:r>
          </a:p>
        </p:txBody>
      </p:sp>
      <p:pic>
        <p:nvPicPr>
          <p:cNvPr id="6" name="Picture 5" descr="A white and black pixelated cloud&#10;&#10;Description automatically generated">
            <a:extLst>
              <a:ext uri="{FF2B5EF4-FFF2-40B4-BE49-F238E27FC236}">
                <a16:creationId xmlns:a16="http://schemas.microsoft.com/office/drawing/2014/main" id="{97757E31-6263-BC17-BE4C-D7610F3AB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08" y="344545"/>
            <a:ext cx="2286000" cy="1143000"/>
          </a:xfrm>
          <a:prstGeom prst="rect">
            <a:avLst/>
          </a:prstGeom>
        </p:spPr>
      </p:pic>
      <p:pic>
        <p:nvPicPr>
          <p:cNvPr id="8" name="Picture 7" descr="A cartoon bug on a black background&#10;&#10;Description automatically generated">
            <a:extLst>
              <a:ext uri="{FF2B5EF4-FFF2-40B4-BE49-F238E27FC236}">
                <a16:creationId xmlns:a16="http://schemas.microsoft.com/office/drawing/2014/main" id="{0298CB19-BCC7-3A53-DB2E-2CB88E7AAC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651" t="30389" r="48020" b="34034"/>
          <a:stretch/>
        </p:blipFill>
        <p:spPr>
          <a:xfrm flipH="1">
            <a:off x="2006731" y="4482458"/>
            <a:ext cx="630242" cy="1027129"/>
          </a:xfrm>
          <a:prstGeom prst="rect">
            <a:avLst/>
          </a:prstGeom>
        </p:spPr>
      </p:pic>
      <p:pic>
        <p:nvPicPr>
          <p:cNvPr id="9" name="Picture 8" descr="A cartoon bug on a black background&#10;&#10;Description automatically generated">
            <a:extLst>
              <a:ext uri="{FF2B5EF4-FFF2-40B4-BE49-F238E27FC236}">
                <a16:creationId xmlns:a16="http://schemas.microsoft.com/office/drawing/2014/main" id="{525B013D-E114-B101-76DB-81A9D4BEF3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651" t="30389" r="48020" b="34034"/>
          <a:stretch/>
        </p:blipFill>
        <p:spPr>
          <a:xfrm flipH="1">
            <a:off x="2517719" y="4482458"/>
            <a:ext cx="630242" cy="102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739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D1DFC05549E14082BF9E3EEC80A32D" ma:contentTypeVersion="4" ma:contentTypeDescription="Create a new document." ma:contentTypeScope="" ma:versionID="38df4bfd107386a55fe3c41ce56387f5">
  <xsd:schema xmlns:xsd="http://www.w3.org/2001/XMLSchema" xmlns:xs="http://www.w3.org/2001/XMLSchema" xmlns:p="http://schemas.microsoft.com/office/2006/metadata/properties" xmlns:ns2="906065da-3fa6-4c3b-ab91-8edba4cfce3a" targetNamespace="http://schemas.microsoft.com/office/2006/metadata/properties" ma:root="true" ma:fieldsID="97a223eb7cebd9b8dec303774c684889" ns2:_="">
    <xsd:import namespace="906065da-3fa6-4c3b-ab91-8edba4cfce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6065da-3fa6-4c3b-ab91-8edba4cfc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A26B4F-B6E5-405F-87A1-0096E3EC4899}">
  <ds:schemaRefs>
    <ds:schemaRef ds:uri="906065da-3fa6-4c3b-ab91-8edba4cfc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D7AAA02-467A-47FA-8953-646D35CBEE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CHOCO SURVIVOR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Choco Survivor</dc:title>
  <dc:creator/>
  <cp:revision>1</cp:revision>
  <dcterms:created xsi:type="dcterms:W3CDTF">2024-10-08T02:08:53Z</dcterms:created>
  <dcterms:modified xsi:type="dcterms:W3CDTF">2024-10-21T14:55:15Z</dcterms:modified>
</cp:coreProperties>
</file>